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80" r:id="rId5"/>
    <p:sldId id="284" r:id="rId6"/>
    <p:sldId id="285" r:id="rId7"/>
    <p:sldId id="288" r:id="rId8"/>
    <p:sldId id="295" r:id="rId9"/>
    <p:sldId id="282" r:id="rId10"/>
    <p:sldId id="293" r:id="rId11"/>
    <p:sldId id="308" r:id="rId12"/>
    <p:sldId id="307" r:id="rId13"/>
    <p:sldId id="286" r:id="rId14"/>
    <p:sldId id="294" r:id="rId15"/>
    <p:sldId id="298" r:id="rId16"/>
    <p:sldId id="304" r:id="rId17"/>
    <p:sldId id="305" r:id="rId18"/>
    <p:sldId id="29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049" autoAdjust="0"/>
  </p:normalViewPr>
  <p:slideViewPr>
    <p:cSldViewPr snapToGrid="0">
      <p:cViewPr>
        <p:scale>
          <a:sx n="50" d="100"/>
          <a:sy n="50" d="100"/>
        </p:scale>
        <p:origin x="1284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danda Challa" userId="42a8f256abc81769" providerId="LiveId" clId="{88EEDB4F-CD85-478B-9663-D1748FA9B27C}"/>
    <pc:docChg chg="undo custSel addSld delSld modSld">
      <pc:chgData name="Kodanda Challa" userId="42a8f256abc81769" providerId="LiveId" clId="{88EEDB4F-CD85-478B-9663-D1748FA9B27C}" dt="2025-02-12T08:29:02.299" v="1526"/>
      <pc:docMkLst>
        <pc:docMk/>
      </pc:docMkLst>
      <pc:sldChg chg="addSp delSp modSp mod modTransition modAnim delDesignElem">
        <pc:chgData name="Kodanda Challa" userId="42a8f256abc81769" providerId="LiveId" clId="{88EEDB4F-CD85-478B-9663-D1748FA9B27C}" dt="2025-02-12T08:25:08.029" v="1524"/>
        <pc:sldMkLst>
          <pc:docMk/>
          <pc:sldMk cId="1583120128" sldId="280"/>
        </pc:sldMkLst>
        <pc:spChg chg="mod">
          <ac:chgData name="Kodanda Challa" userId="42a8f256abc81769" providerId="LiveId" clId="{88EEDB4F-CD85-478B-9663-D1748FA9B27C}" dt="2025-01-29T12:49:10.234" v="22" actId="20577"/>
          <ac:spMkLst>
            <pc:docMk/>
            <pc:sldMk cId="1583120128" sldId="280"/>
            <ac:spMk id="2" creationId="{0D1F047C-C727-42A7-85C5-68C5AA1B1A93}"/>
          </ac:spMkLst>
        </pc:spChg>
        <pc:spChg chg="mod">
          <ac:chgData name="Kodanda Challa" userId="42a8f256abc81769" providerId="LiveId" clId="{88EEDB4F-CD85-478B-9663-D1748FA9B27C}" dt="2025-01-29T13:45:18.257" v="872" actId="20577"/>
          <ac:spMkLst>
            <pc:docMk/>
            <pc:sldMk cId="1583120128" sldId="280"/>
            <ac:spMk id="3" creationId="{DB93FB3F-A8D4-46D3-A1C6-C79C64563729}"/>
          </ac:spMkLst>
        </pc:spChg>
        <pc:spChg chg="add del">
          <ac:chgData name="Kodanda Challa" userId="42a8f256abc81769" providerId="LiveId" clId="{88EEDB4F-CD85-478B-9663-D1748FA9B27C}" dt="2025-01-29T12:50:41.309" v="28"/>
          <ac:spMkLst>
            <pc:docMk/>
            <pc:sldMk cId="1583120128" sldId="280"/>
            <ac:spMk id="96" creationId="{FE469E50-3893-4ED6-92BA-2985C32B0CA6}"/>
          </ac:spMkLst>
        </pc:spChg>
      </pc:sldChg>
      <pc:sldChg chg="modSp del">
        <pc:chgData name="Kodanda Challa" userId="42a8f256abc81769" providerId="LiveId" clId="{88EEDB4F-CD85-478B-9663-D1748FA9B27C}" dt="2025-01-29T13:30:08.973" v="759" actId="47"/>
        <pc:sldMkLst>
          <pc:docMk/>
          <pc:sldMk cId="3265077456" sldId="281"/>
        </pc:sldMkLst>
      </pc:sldChg>
      <pc:sldChg chg="addSp delSp modSp new mod modTransition modAnim">
        <pc:chgData name="Kodanda Challa" userId="42a8f256abc81769" providerId="LiveId" clId="{88EEDB4F-CD85-478B-9663-D1748FA9B27C}" dt="2025-02-11T11:01:08.780" v="1457"/>
        <pc:sldMkLst>
          <pc:docMk/>
          <pc:sldMk cId="1407621604" sldId="282"/>
        </pc:sldMkLst>
        <pc:spChg chg="mod ord">
          <ac:chgData name="Kodanda Challa" userId="42a8f256abc81769" providerId="LiveId" clId="{88EEDB4F-CD85-478B-9663-D1748FA9B27C}" dt="2025-01-29T13:27:24.257" v="710" actId="20577"/>
          <ac:spMkLst>
            <pc:docMk/>
            <pc:sldMk cId="1407621604" sldId="282"/>
            <ac:spMk id="2" creationId="{0C78C39E-F266-2144-6F26-0640EFFF3EF7}"/>
          </ac:spMkLst>
        </pc:spChg>
        <pc:spChg chg="add mod">
          <ac:chgData name="Kodanda Challa" userId="42a8f256abc81769" providerId="LiveId" clId="{88EEDB4F-CD85-478B-9663-D1748FA9B27C}" dt="2025-01-29T12:57:20.629" v="86" actId="20577"/>
          <ac:spMkLst>
            <pc:docMk/>
            <pc:sldMk cId="1407621604" sldId="282"/>
            <ac:spMk id="5" creationId="{96DE52FE-6320-0AAD-19E5-3C1456D2D284}"/>
          </ac:spMkLst>
        </pc:spChg>
        <pc:spChg chg="add mod">
          <ac:chgData name="Kodanda Challa" userId="42a8f256abc81769" providerId="LiveId" clId="{88EEDB4F-CD85-478B-9663-D1748FA9B27C}" dt="2025-02-11T10:51:52.380" v="1425" actId="1076"/>
          <ac:spMkLst>
            <pc:docMk/>
            <pc:sldMk cId="1407621604" sldId="282"/>
            <ac:spMk id="6" creationId="{4965E1B8-7BCB-BF0F-03B5-2253BC3D8401}"/>
          </ac:spMkLst>
        </pc:spChg>
        <pc:picChg chg="add mod">
          <ac:chgData name="Kodanda Challa" userId="42a8f256abc81769" providerId="LiveId" clId="{88EEDB4F-CD85-478B-9663-D1748FA9B27C}" dt="2025-01-29T13:22:33.585" v="666" actId="14100"/>
          <ac:picMkLst>
            <pc:docMk/>
            <pc:sldMk cId="1407621604" sldId="282"/>
            <ac:picMk id="4" creationId="{F8E8A499-B9CA-1695-B5AF-F3CA7521E0DB}"/>
          </ac:picMkLst>
        </pc:picChg>
      </pc:sldChg>
      <pc:sldChg chg="addSp delSp modSp new mod modTransition modAnim">
        <pc:chgData name="Kodanda Challa" userId="42a8f256abc81769" providerId="LiveId" clId="{88EEDB4F-CD85-478B-9663-D1748FA9B27C}" dt="2025-02-11T11:13:12.003" v="1499"/>
        <pc:sldMkLst>
          <pc:docMk/>
          <pc:sldMk cId="1727768338" sldId="283"/>
        </pc:sldMkLst>
      </pc:sldChg>
      <pc:sldChg chg="addSp delSp modSp new mod modTransition modAnim">
        <pc:chgData name="Kodanda Challa" userId="42a8f256abc81769" providerId="LiveId" clId="{88EEDB4F-CD85-478B-9663-D1748FA9B27C}" dt="2025-02-11T11:01:08.780" v="1457"/>
        <pc:sldMkLst>
          <pc:docMk/>
          <pc:sldMk cId="725817372" sldId="284"/>
        </pc:sldMkLst>
        <pc:spChg chg="mod ord">
          <ac:chgData name="Kodanda Challa" userId="42a8f256abc81769" providerId="LiveId" clId="{88EEDB4F-CD85-478B-9663-D1748FA9B27C}" dt="2025-01-29T13:05:41.818" v="182" actId="20577"/>
          <ac:spMkLst>
            <pc:docMk/>
            <pc:sldMk cId="725817372" sldId="284"/>
            <ac:spMk id="2" creationId="{74D24B4B-A306-B3BE-70D6-8DA11B348FDE}"/>
          </ac:spMkLst>
        </pc:spChg>
        <pc:spChg chg="add mod">
          <ac:chgData name="Kodanda Challa" userId="42a8f256abc81769" providerId="LiveId" clId="{88EEDB4F-CD85-478B-9663-D1748FA9B27C}" dt="2025-02-11T10:46:00.038" v="1397"/>
          <ac:spMkLst>
            <pc:docMk/>
            <pc:sldMk cId="725817372" sldId="284"/>
            <ac:spMk id="5" creationId="{6DFA60CA-4F35-50F2-5470-9C52D9015256}"/>
          </ac:spMkLst>
        </pc:spChg>
        <pc:spChg chg="add mod">
          <ac:chgData name="Kodanda Challa" userId="42a8f256abc81769" providerId="LiveId" clId="{88EEDB4F-CD85-478B-9663-D1748FA9B27C}" dt="2025-01-29T13:07:31.706" v="200" actId="1076"/>
          <ac:spMkLst>
            <pc:docMk/>
            <pc:sldMk cId="725817372" sldId="284"/>
            <ac:spMk id="20" creationId="{37A65847-4DDD-6A25-AC83-AEB74F438FC0}"/>
          </ac:spMkLst>
        </pc:spChg>
        <pc:spChg chg="add mod">
          <ac:chgData name="Kodanda Challa" userId="42a8f256abc81769" providerId="LiveId" clId="{88EEDB4F-CD85-478B-9663-D1748FA9B27C}" dt="2025-01-29T13:07:45.306" v="204" actId="1076"/>
          <ac:spMkLst>
            <pc:docMk/>
            <pc:sldMk cId="725817372" sldId="284"/>
            <ac:spMk id="21" creationId="{4AB50CC8-07EB-FB53-FB60-A7D108BC1D80}"/>
          </ac:spMkLst>
        </pc:spChg>
        <pc:picChg chg="add mod ord">
          <ac:chgData name="Kodanda Challa" userId="42a8f256abc81769" providerId="LiveId" clId="{88EEDB4F-CD85-478B-9663-D1748FA9B27C}" dt="2025-01-29T13:07:11.057" v="195" actId="1076"/>
          <ac:picMkLst>
            <pc:docMk/>
            <pc:sldMk cId="725817372" sldId="284"/>
            <ac:picMk id="4" creationId="{DEBF66C8-263D-4E52-85A2-F2DC53570ECB}"/>
          </ac:picMkLst>
        </pc:picChg>
        <pc:picChg chg="add mod modCrop">
          <ac:chgData name="Kodanda Challa" userId="42a8f256abc81769" providerId="LiveId" clId="{88EEDB4F-CD85-478B-9663-D1748FA9B27C}" dt="2025-01-29T13:07:28.404" v="199" actId="1076"/>
          <ac:picMkLst>
            <pc:docMk/>
            <pc:sldMk cId="725817372" sldId="284"/>
            <ac:picMk id="6" creationId="{F952DF74-C9F6-7FFA-C70D-0537D421D3AB}"/>
          </ac:picMkLst>
        </pc:picChg>
        <pc:cxnChg chg="add mod">
          <ac:chgData name="Kodanda Challa" userId="42a8f256abc81769" providerId="LiveId" clId="{88EEDB4F-CD85-478B-9663-D1748FA9B27C}" dt="2025-01-29T13:07:38.002" v="202" actId="14100"/>
          <ac:cxnSpMkLst>
            <pc:docMk/>
            <pc:sldMk cId="725817372" sldId="284"/>
            <ac:cxnSpMk id="8" creationId="{E472E7C8-F68A-0C55-F43A-0FFCA6241B03}"/>
          </ac:cxnSpMkLst>
        </pc:cxnChg>
        <pc:cxnChg chg="add mod">
          <ac:chgData name="Kodanda Challa" userId="42a8f256abc81769" providerId="LiveId" clId="{88EEDB4F-CD85-478B-9663-D1748FA9B27C}" dt="2025-01-29T13:07:49.057" v="205" actId="14100"/>
          <ac:cxnSpMkLst>
            <pc:docMk/>
            <pc:sldMk cId="725817372" sldId="284"/>
            <ac:cxnSpMk id="13" creationId="{68165D94-43BC-6BEC-EC54-5C6419F6F9BB}"/>
          </ac:cxnSpMkLst>
        </pc:cxnChg>
        <pc:cxnChg chg="add mod">
          <ac:chgData name="Kodanda Challa" userId="42a8f256abc81769" providerId="LiveId" clId="{88EEDB4F-CD85-478B-9663-D1748FA9B27C}" dt="2025-01-29T13:07:53.186" v="206" actId="14100"/>
          <ac:cxnSpMkLst>
            <pc:docMk/>
            <pc:sldMk cId="725817372" sldId="284"/>
            <ac:cxnSpMk id="14" creationId="{F2F1C125-8315-DF26-5CE2-779F8CDAC7E4}"/>
          </ac:cxnSpMkLst>
        </pc:cxnChg>
        <pc:cxnChg chg="add mod">
          <ac:chgData name="Kodanda Challa" userId="42a8f256abc81769" providerId="LiveId" clId="{88EEDB4F-CD85-478B-9663-D1748FA9B27C}" dt="2025-01-29T13:07:41.978" v="203" actId="14100"/>
          <ac:cxnSpMkLst>
            <pc:docMk/>
            <pc:sldMk cId="725817372" sldId="284"/>
            <ac:cxnSpMk id="17" creationId="{888252DF-2AC8-F4C0-205E-E6217882CDC0}"/>
          </ac:cxnSpMkLst>
        </pc:cxnChg>
      </pc:sldChg>
      <pc:sldChg chg="addSp delSp modSp new mod modTransition">
        <pc:chgData name="Kodanda Challa" userId="42a8f256abc81769" providerId="LiveId" clId="{88EEDB4F-CD85-478B-9663-D1748FA9B27C}" dt="2025-02-11T11:01:08.780" v="1457"/>
        <pc:sldMkLst>
          <pc:docMk/>
          <pc:sldMk cId="2746875945" sldId="285"/>
        </pc:sldMkLst>
        <pc:spChg chg="add mod">
          <ac:chgData name="Kodanda Challa" userId="42a8f256abc81769" providerId="LiveId" clId="{88EEDB4F-CD85-478B-9663-D1748FA9B27C}" dt="2025-01-29T13:16:08.497" v="421" actId="688"/>
          <ac:spMkLst>
            <pc:docMk/>
            <pc:sldMk cId="2746875945" sldId="285"/>
            <ac:spMk id="14" creationId="{D77B19D4-C67A-3EE9-0A17-1DDB164E1446}"/>
          </ac:spMkLst>
        </pc:spChg>
        <pc:spChg chg="add mod">
          <ac:chgData name="Kodanda Challa" userId="42a8f256abc81769" providerId="LiveId" clId="{88EEDB4F-CD85-478B-9663-D1748FA9B27C}" dt="2025-01-29T13:18:00.545" v="440" actId="1076"/>
          <ac:spMkLst>
            <pc:docMk/>
            <pc:sldMk cId="2746875945" sldId="285"/>
            <ac:spMk id="15" creationId="{518F212C-7235-84F1-E92B-04D7C7D60C1F}"/>
          </ac:spMkLst>
        </pc:spChg>
        <pc:spChg chg="add mod">
          <ac:chgData name="Kodanda Challa" userId="42a8f256abc81769" providerId="LiveId" clId="{88EEDB4F-CD85-478B-9663-D1748FA9B27C}" dt="2025-01-29T13:18:12.194" v="442" actId="1076"/>
          <ac:spMkLst>
            <pc:docMk/>
            <pc:sldMk cId="2746875945" sldId="285"/>
            <ac:spMk id="17" creationId="{181CA78F-ABC5-5EE2-068A-04E486E0F2AB}"/>
          </ac:spMkLst>
        </pc:spChg>
        <pc:spChg chg="add mod">
          <ac:chgData name="Kodanda Challa" userId="42a8f256abc81769" providerId="LiveId" clId="{88EEDB4F-CD85-478B-9663-D1748FA9B27C}" dt="2025-01-29T13:18:33.355" v="461" actId="20577"/>
          <ac:spMkLst>
            <pc:docMk/>
            <pc:sldMk cId="2746875945" sldId="285"/>
            <ac:spMk id="24" creationId="{16399AD7-DAAC-8436-011E-3943D48A93B9}"/>
          </ac:spMkLst>
        </pc:spChg>
        <pc:spChg chg="add mod">
          <ac:chgData name="Kodanda Challa" userId="42a8f256abc81769" providerId="LiveId" clId="{88EEDB4F-CD85-478B-9663-D1748FA9B27C}" dt="2025-01-29T13:43:34.001" v="845" actId="1076"/>
          <ac:spMkLst>
            <pc:docMk/>
            <pc:sldMk cId="2746875945" sldId="285"/>
            <ac:spMk id="26" creationId="{E9CA7632-AD5F-458F-8A4D-3BA4EA248FC9}"/>
          </ac:spMkLst>
        </pc:spChg>
        <pc:spChg chg="add mod">
          <ac:chgData name="Kodanda Challa" userId="42a8f256abc81769" providerId="LiveId" clId="{88EEDB4F-CD85-478B-9663-D1748FA9B27C}" dt="2025-01-29T13:44:04.402" v="861" actId="13926"/>
          <ac:spMkLst>
            <pc:docMk/>
            <pc:sldMk cId="2746875945" sldId="285"/>
            <ac:spMk id="34" creationId="{5E445592-5E1A-5F2E-37BF-FCB4DF3440D6}"/>
          </ac:spMkLst>
        </pc:spChg>
        <pc:spChg chg="add mod">
          <ac:chgData name="Kodanda Challa" userId="42a8f256abc81769" providerId="LiveId" clId="{88EEDB4F-CD85-478B-9663-D1748FA9B27C}" dt="2025-01-29T13:44:39.225" v="866" actId="20577"/>
          <ac:spMkLst>
            <pc:docMk/>
            <pc:sldMk cId="2746875945" sldId="285"/>
            <ac:spMk id="36" creationId="{AEC7F884-59B4-7911-2D6E-CF96B10B0BE0}"/>
          </ac:spMkLst>
        </pc:spChg>
        <pc:picChg chg="add mod">
          <ac:chgData name="Kodanda Challa" userId="42a8f256abc81769" providerId="LiveId" clId="{88EEDB4F-CD85-478B-9663-D1748FA9B27C}" dt="2025-01-29T13:18:40.302" v="464" actId="1076"/>
          <ac:picMkLst>
            <pc:docMk/>
            <pc:sldMk cId="2746875945" sldId="285"/>
            <ac:picMk id="5" creationId="{A89892EB-4C56-66CD-32F0-B4A8D5675B28}"/>
          </ac:picMkLst>
        </pc:picChg>
        <pc:cxnChg chg="add mod">
          <ac:chgData name="Kodanda Challa" userId="42a8f256abc81769" providerId="LiveId" clId="{88EEDB4F-CD85-478B-9663-D1748FA9B27C}" dt="2025-01-29T13:14:07.162" v="382" actId="1076"/>
          <ac:cxnSpMkLst>
            <pc:docMk/>
            <pc:sldMk cId="2746875945" sldId="285"/>
            <ac:cxnSpMk id="9" creationId="{8504E17C-1091-F813-A07C-0B54BD89AD75}"/>
          </ac:cxnSpMkLst>
        </pc:cxnChg>
        <pc:cxnChg chg="add mod">
          <ac:chgData name="Kodanda Challa" userId="42a8f256abc81769" providerId="LiveId" clId="{88EEDB4F-CD85-478B-9663-D1748FA9B27C}" dt="2025-01-29T13:18:03.770" v="441" actId="14100"/>
          <ac:cxnSpMkLst>
            <pc:docMk/>
            <pc:sldMk cId="2746875945" sldId="285"/>
            <ac:cxnSpMk id="11" creationId="{01FBC0A1-8D6E-3C63-4C19-6FCAB3F024A7}"/>
          </ac:cxnSpMkLst>
        </pc:cxnChg>
        <pc:cxnChg chg="add mod">
          <ac:chgData name="Kodanda Challa" userId="42a8f256abc81769" providerId="LiveId" clId="{88EEDB4F-CD85-478B-9663-D1748FA9B27C}" dt="2025-01-29T13:18:15.457" v="443" actId="14100"/>
          <ac:cxnSpMkLst>
            <pc:docMk/>
            <pc:sldMk cId="2746875945" sldId="285"/>
            <ac:cxnSpMk id="16" creationId="{4CEA0176-5B1F-0CF4-A747-A45E872E2F7D}"/>
          </ac:cxnSpMkLst>
        </pc:cxnChg>
        <pc:cxnChg chg="add mod">
          <ac:chgData name="Kodanda Challa" userId="42a8f256abc81769" providerId="LiveId" clId="{88EEDB4F-CD85-478B-9663-D1748FA9B27C}" dt="2025-01-29T13:18:25.962" v="445" actId="1076"/>
          <ac:cxnSpMkLst>
            <pc:docMk/>
            <pc:sldMk cId="2746875945" sldId="285"/>
            <ac:cxnSpMk id="23" creationId="{912C6825-618A-EC08-FADE-7AD82BE9CA2A}"/>
          </ac:cxnSpMkLst>
        </pc:cxnChg>
        <pc:cxnChg chg="add mod">
          <ac:chgData name="Kodanda Challa" userId="42a8f256abc81769" providerId="LiveId" clId="{88EEDB4F-CD85-478B-9663-D1748FA9B27C}" dt="2025-01-29T13:43:37.760" v="846" actId="14100"/>
          <ac:cxnSpMkLst>
            <pc:docMk/>
            <pc:sldMk cId="2746875945" sldId="285"/>
            <ac:cxnSpMk id="25" creationId="{E226386C-36B0-DB20-EEAE-F72B864211ED}"/>
          </ac:cxnSpMkLst>
        </pc:cxnChg>
        <pc:cxnChg chg="add mod">
          <ac:chgData name="Kodanda Challa" userId="42a8f256abc81769" providerId="LiveId" clId="{88EEDB4F-CD85-478B-9663-D1748FA9B27C}" dt="2025-01-29T13:43:47.632" v="849" actId="1076"/>
          <ac:cxnSpMkLst>
            <pc:docMk/>
            <pc:sldMk cId="2746875945" sldId="285"/>
            <ac:cxnSpMk id="33" creationId="{89A432CE-BD9C-0026-4BF6-33C5B856BFA4}"/>
          </ac:cxnSpMkLst>
        </pc:cxnChg>
        <pc:cxnChg chg="add mod">
          <ac:chgData name="Kodanda Challa" userId="42a8f256abc81769" providerId="LiveId" clId="{88EEDB4F-CD85-478B-9663-D1748FA9B27C}" dt="2025-01-29T13:44:35.680" v="864" actId="14100"/>
          <ac:cxnSpMkLst>
            <pc:docMk/>
            <pc:sldMk cId="2746875945" sldId="285"/>
            <ac:cxnSpMk id="35" creationId="{CDF8DAFF-06CA-0AC0-6DED-F52AB3612267}"/>
          </ac:cxnSpMkLst>
        </pc:cxnChg>
      </pc:sldChg>
      <pc:sldChg chg="addSp delSp modSp add mod modTransition delAnim modAnim">
        <pc:chgData name="Kodanda Challa" userId="42a8f256abc81769" providerId="LiveId" clId="{88EEDB4F-CD85-478B-9663-D1748FA9B27C}" dt="2025-02-11T11:01:08.780" v="1457"/>
        <pc:sldMkLst>
          <pc:docMk/>
          <pc:sldMk cId="1234626540" sldId="286"/>
        </pc:sldMkLst>
        <pc:spChg chg="mod ord">
          <ac:chgData name="Kodanda Challa" userId="42a8f256abc81769" providerId="LiveId" clId="{88EEDB4F-CD85-478B-9663-D1748FA9B27C}" dt="2025-01-29T13:40:33.383" v="837" actId="166"/>
          <ac:spMkLst>
            <pc:docMk/>
            <pc:sldMk cId="1234626540" sldId="286"/>
            <ac:spMk id="2" creationId="{0C78C39E-F266-2144-6F26-0640EFFF3EF7}"/>
          </ac:spMkLst>
        </pc:spChg>
        <pc:spChg chg="mod">
          <ac:chgData name="Kodanda Challa" userId="42a8f256abc81769" providerId="LiveId" clId="{88EEDB4F-CD85-478B-9663-D1748FA9B27C}" dt="2025-02-11T10:56:38.411" v="1449" actId="1076"/>
          <ac:spMkLst>
            <pc:docMk/>
            <pc:sldMk cId="1234626540" sldId="286"/>
            <ac:spMk id="6" creationId="{4965E1B8-7BCB-BF0F-03B5-2253BC3D8401}"/>
          </ac:spMkLst>
        </pc:spChg>
        <pc:picChg chg="add mod">
          <ac:chgData name="Kodanda Challa" userId="42a8f256abc81769" providerId="LiveId" clId="{88EEDB4F-CD85-478B-9663-D1748FA9B27C}" dt="2025-01-29T13:40:08.369" v="836" actId="14100"/>
          <ac:picMkLst>
            <pc:docMk/>
            <pc:sldMk cId="1234626540" sldId="286"/>
            <ac:picMk id="9" creationId="{9EEDD6FE-B066-88BE-36AC-25254E3086C5}"/>
          </ac:picMkLst>
        </pc:picChg>
      </pc:sldChg>
      <pc:sldChg chg="addSp delSp modSp add mod modTransition modAnim">
        <pc:chgData name="Kodanda Challa" userId="42a8f256abc81769" providerId="LiveId" clId="{88EEDB4F-CD85-478B-9663-D1748FA9B27C}" dt="2025-02-11T11:13:43.349" v="1501"/>
        <pc:sldMkLst>
          <pc:docMk/>
          <pc:sldMk cId="532694021" sldId="287"/>
        </pc:sldMkLst>
      </pc:sldChg>
      <pc:sldChg chg="addSp delSp modSp add mod modTransition delAnim modAnim">
        <pc:chgData name="Kodanda Challa" userId="42a8f256abc81769" providerId="LiveId" clId="{88EEDB4F-CD85-478B-9663-D1748FA9B27C}" dt="2025-02-11T11:01:08.780" v="1457"/>
        <pc:sldMkLst>
          <pc:docMk/>
          <pc:sldMk cId="2520646021" sldId="288"/>
        </pc:sldMkLst>
        <pc:spChg chg="mod ord">
          <ac:chgData name="Kodanda Challa" userId="42a8f256abc81769" providerId="LiveId" clId="{88EEDB4F-CD85-478B-9663-D1748FA9B27C}" dt="2025-01-29T13:51:15.574" v="937" actId="166"/>
          <ac:spMkLst>
            <pc:docMk/>
            <pc:sldMk cId="2520646021" sldId="288"/>
            <ac:spMk id="2" creationId="{0C78C39E-F266-2144-6F26-0640EFFF3EF7}"/>
          </ac:spMkLst>
        </pc:spChg>
        <pc:spChg chg="add mod">
          <ac:chgData name="Kodanda Challa" userId="42a8f256abc81769" providerId="LiveId" clId="{88EEDB4F-CD85-478B-9663-D1748FA9B27C}" dt="2025-02-11T10:53:43.138" v="1434" actId="1076"/>
          <ac:spMkLst>
            <pc:docMk/>
            <pc:sldMk cId="2520646021" sldId="288"/>
            <ac:spMk id="8" creationId="{D95F9129-5AAE-666A-9DBE-7D0A48DF1DDC}"/>
          </ac:spMkLst>
        </pc:spChg>
        <pc:picChg chg="add mod">
          <ac:chgData name="Kodanda Challa" userId="42a8f256abc81769" providerId="LiveId" clId="{88EEDB4F-CD85-478B-9663-D1748FA9B27C}" dt="2025-01-29T13:51:10.735" v="936" actId="14100"/>
          <ac:picMkLst>
            <pc:docMk/>
            <pc:sldMk cId="2520646021" sldId="288"/>
            <ac:picMk id="7" creationId="{56E0ADCE-9EEB-663A-450A-221703C80DBF}"/>
          </ac:picMkLst>
        </pc:picChg>
      </pc:sldChg>
      <pc:sldChg chg="addSp delSp modSp add mod modTransition modAnim">
        <pc:chgData name="Kodanda Challa" userId="42a8f256abc81769" providerId="LiveId" clId="{88EEDB4F-CD85-478B-9663-D1748FA9B27C}" dt="2025-02-11T11:13:52.931" v="1503"/>
        <pc:sldMkLst>
          <pc:docMk/>
          <pc:sldMk cId="585358444" sldId="289"/>
        </pc:sldMkLst>
      </pc:sldChg>
      <pc:sldChg chg="addSp delSp modSp new add del mod modTransition">
        <pc:chgData name="Kodanda Challa" userId="42a8f256abc81769" providerId="LiveId" clId="{88EEDB4F-CD85-478B-9663-D1748FA9B27C}" dt="2025-02-11T10:55:19.387" v="1440" actId="47"/>
        <pc:sldMkLst>
          <pc:docMk/>
          <pc:sldMk cId="1904648768" sldId="290"/>
        </pc:sldMkLst>
      </pc:sldChg>
      <pc:sldChg chg="new del">
        <pc:chgData name="Kodanda Challa" userId="42a8f256abc81769" providerId="LiveId" clId="{88EEDB4F-CD85-478B-9663-D1748FA9B27C}" dt="2025-01-29T14:02:42.216" v="1076" actId="47"/>
        <pc:sldMkLst>
          <pc:docMk/>
          <pc:sldMk cId="1369200086" sldId="291"/>
        </pc:sldMkLst>
      </pc:sldChg>
      <pc:sldChg chg="addSp delSp modSp new mod modTransition modClrScheme modAnim chgLayout">
        <pc:chgData name="Kodanda Challa" userId="42a8f256abc81769" providerId="LiveId" clId="{88EEDB4F-CD85-478B-9663-D1748FA9B27C}" dt="2025-02-11T11:16:36.112" v="1505"/>
        <pc:sldMkLst>
          <pc:docMk/>
          <pc:sldMk cId="802501844" sldId="292"/>
        </pc:sldMkLst>
        <pc:spChg chg="add mod">
          <ac:chgData name="Kodanda Challa" userId="42a8f256abc81769" providerId="LiveId" clId="{88EEDB4F-CD85-478B-9663-D1748FA9B27C}" dt="2025-01-29T14:03:31.479" v="1087" actId="1076"/>
          <ac:spMkLst>
            <pc:docMk/>
            <pc:sldMk cId="802501844" sldId="292"/>
            <ac:spMk id="2" creationId="{F906C0E3-3EEA-4AC4-9F8C-5AD9BB011B50}"/>
          </ac:spMkLst>
        </pc:spChg>
      </pc:sldChg>
      <pc:sldChg chg="delSp modSp add mod modTransition modAnim">
        <pc:chgData name="Kodanda Challa" userId="42a8f256abc81769" providerId="LiveId" clId="{88EEDB4F-CD85-478B-9663-D1748FA9B27C}" dt="2025-02-11T11:13:17.056" v="1500"/>
        <pc:sldMkLst>
          <pc:docMk/>
          <pc:sldMk cId="1994423333" sldId="293"/>
        </pc:sldMkLst>
        <pc:spChg chg="mod">
          <ac:chgData name="Kodanda Challa" userId="42a8f256abc81769" providerId="LiveId" clId="{88EEDB4F-CD85-478B-9663-D1748FA9B27C}" dt="2025-02-11T10:15:38.224" v="1178" actId="20577"/>
          <ac:spMkLst>
            <pc:docMk/>
            <pc:sldMk cId="1994423333" sldId="293"/>
            <ac:spMk id="2" creationId="{84C28987-BC3F-4267-2223-F3FC0E69ECE4}"/>
          </ac:spMkLst>
        </pc:spChg>
      </pc:sldChg>
      <pc:sldChg chg="delSp modSp add mod modTransition modAnim">
        <pc:chgData name="Kodanda Challa" userId="42a8f256abc81769" providerId="LiveId" clId="{88EEDB4F-CD85-478B-9663-D1748FA9B27C}" dt="2025-02-11T11:13:47.095" v="1502"/>
        <pc:sldMkLst>
          <pc:docMk/>
          <pc:sldMk cId="3478197995" sldId="294"/>
        </pc:sldMkLst>
        <pc:spChg chg="mod">
          <ac:chgData name="Kodanda Challa" userId="42a8f256abc81769" providerId="LiveId" clId="{88EEDB4F-CD85-478B-9663-D1748FA9B27C}" dt="2025-02-11T10:16:39.054" v="1192" actId="20577"/>
          <ac:spMkLst>
            <pc:docMk/>
            <pc:sldMk cId="3478197995" sldId="294"/>
            <ac:spMk id="2" creationId="{84C28987-BC3F-4267-2223-F3FC0E69ECE4}"/>
          </ac:spMkLst>
        </pc:spChg>
      </pc:sldChg>
      <pc:sldChg chg="delSp modSp add mod modTransition modAnim">
        <pc:chgData name="Kodanda Challa" userId="42a8f256abc81769" providerId="LiveId" clId="{88EEDB4F-CD85-478B-9663-D1748FA9B27C}" dt="2025-02-11T11:13:57.406" v="1504"/>
        <pc:sldMkLst>
          <pc:docMk/>
          <pc:sldMk cId="2180486727" sldId="295"/>
        </pc:sldMkLst>
        <pc:spChg chg="mod">
          <ac:chgData name="Kodanda Challa" userId="42a8f256abc81769" providerId="LiveId" clId="{88EEDB4F-CD85-478B-9663-D1748FA9B27C}" dt="2025-02-11T10:17:21.002" v="1203" actId="20577"/>
          <ac:spMkLst>
            <pc:docMk/>
            <pc:sldMk cId="2180486727" sldId="295"/>
            <ac:spMk id="2" creationId="{84C28987-BC3F-4267-2223-F3FC0E69ECE4}"/>
          </ac:spMkLst>
        </pc:spChg>
      </pc:sldChg>
      <pc:sldChg chg="add del modTransition">
        <pc:chgData name="Kodanda Challa" userId="42a8f256abc81769" providerId="LiveId" clId="{88EEDB4F-CD85-478B-9663-D1748FA9B27C}" dt="2025-02-11T10:55:15.152" v="1439" actId="47"/>
        <pc:sldMkLst>
          <pc:docMk/>
          <pc:sldMk cId="1052160928" sldId="296"/>
        </pc:sldMkLst>
      </pc:sldChg>
      <pc:sldChg chg="add del modTransition">
        <pc:chgData name="Kodanda Challa" userId="42a8f256abc81769" providerId="LiveId" clId="{88EEDB4F-CD85-478B-9663-D1748FA9B27C}" dt="2025-02-11T10:55:24.016" v="1441" actId="47"/>
        <pc:sldMkLst>
          <pc:docMk/>
          <pc:sldMk cId="1773806227" sldId="297"/>
        </pc:sldMkLst>
      </pc:sldChg>
      <pc:sldChg chg="addSp delSp modSp add mod modTransition modAnim">
        <pc:chgData name="Kodanda Challa" userId="42a8f256abc81769" providerId="LiveId" clId="{88EEDB4F-CD85-478B-9663-D1748FA9B27C}" dt="2025-02-12T08:29:02.299" v="1526"/>
        <pc:sldMkLst>
          <pc:docMk/>
          <pc:sldMk cId="4108529275" sldId="298"/>
        </pc:sldMkLst>
      </pc:sldChg>
      <pc:sldChg chg="addSp delSp modSp new del mod addAnim delAnim modAnim">
        <pc:chgData name="Kodanda Challa" userId="42a8f256abc81769" providerId="LiveId" clId="{88EEDB4F-CD85-478B-9663-D1748FA9B27C}" dt="2025-02-11T10:56:05.033" v="1447" actId="47"/>
        <pc:sldMkLst>
          <pc:docMk/>
          <pc:sldMk cId="3181200324" sldId="299"/>
        </pc:sldMkLst>
      </pc:sldChg>
    </pc:docChg>
  </pc:docChgLst>
  <pc:docChgLst>
    <pc:chgData name="Kodanda Challa" userId="42a8f256abc81769" providerId="LiveId" clId="{AB798C60-CD85-4833-8784-89AFF4DD6358}"/>
    <pc:docChg chg="undo custSel addSld delSld modSld">
      <pc:chgData name="Kodanda Challa" userId="42a8f256abc81769" providerId="LiveId" clId="{AB798C60-CD85-4833-8784-89AFF4DD6358}" dt="2025-03-12T08:13:04.655" v="767" actId="1076"/>
      <pc:docMkLst>
        <pc:docMk/>
      </pc:docMkLst>
      <pc:sldChg chg="modAnim">
        <pc:chgData name="Kodanda Challa" userId="42a8f256abc81769" providerId="LiveId" clId="{AB798C60-CD85-4833-8784-89AFF4DD6358}" dt="2025-02-17T09:47:34.715" v="343"/>
        <pc:sldMkLst>
          <pc:docMk/>
          <pc:sldMk cId="1583120128" sldId="280"/>
        </pc:sldMkLst>
      </pc:sldChg>
      <pc:sldChg chg="modSp mod">
        <pc:chgData name="Kodanda Challa" userId="42a8f256abc81769" providerId="LiveId" clId="{AB798C60-CD85-4833-8784-89AFF4DD6358}" dt="2025-02-21T16:57:58.272" v="639" actId="255"/>
        <pc:sldMkLst>
          <pc:docMk/>
          <pc:sldMk cId="1407621604" sldId="282"/>
        </pc:sldMkLst>
        <pc:spChg chg="mod">
          <ac:chgData name="Kodanda Challa" userId="42a8f256abc81769" providerId="LiveId" clId="{AB798C60-CD85-4833-8784-89AFF4DD6358}" dt="2025-02-21T16:57:58.272" v="639" actId="255"/>
          <ac:spMkLst>
            <pc:docMk/>
            <pc:sldMk cId="1407621604" sldId="282"/>
            <ac:spMk id="2" creationId="{0C78C39E-F266-2144-6F26-0640EFFF3EF7}"/>
          </ac:spMkLst>
        </pc:spChg>
      </pc:sldChg>
      <pc:sldChg chg="del">
        <pc:chgData name="Kodanda Challa" userId="42a8f256abc81769" providerId="LiveId" clId="{AB798C60-CD85-4833-8784-89AFF4DD6358}" dt="2025-02-17T08:53:20.150" v="5" actId="47"/>
        <pc:sldMkLst>
          <pc:docMk/>
          <pc:sldMk cId="1727768338" sldId="283"/>
        </pc:sldMkLst>
      </pc:sldChg>
      <pc:sldChg chg="addSp modSp mod">
        <pc:chgData name="Kodanda Challa" userId="42a8f256abc81769" providerId="LiveId" clId="{AB798C60-CD85-4833-8784-89AFF4DD6358}" dt="2025-02-21T16:57:51.502" v="638" actId="255"/>
        <pc:sldMkLst>
          <pc:docMk/>
          <pc:sldMk cId="725817372" sldId="284"/>
        </pc:sldMkLst>
        <pc:spChg chg="mod">
          <ac:chgData name="Kodanda Challa" userId="42a8f256abc81769" providerId="LiveId" clId="{AB798C60-CD85-4833-8784-89AFF4DD6358}" dt="2025-02-21T16:57:51.502" v="638" actId="255"/>
          <ac:spMkLst>
            <pc:docMk/>
            <pc:sldMk cId="725817372" sldId="284"/>
            <ac:spMk id="2" creationId="{74D24B4B-A306-B3BE-70D6-8DA11B348FDE}"/>
          </ac:spMkLst>
        </pc:spChg>
        <pc:spChg chg="add mod">
          <ac:chgData name="Kodanda Challa" userId="42a8f256abc81769" providerId="LiveId" clId="{AB798C60-CD85-4833-8784-89AFF4DD6358}" dt="2025-02-17T10:42:40.100" v="550" actId="13926"/>
          <ac:spMkLst>
            <pc:docMk/>
            <pc:sldMk cId="725817372" sldId="284"/>
            <ac:spMk id="3" creationId="{B6FC651D-6488-CDEF-3227-6316C925C112}"/>
          </ac:spMkLst>
        </pc:spChg>
        <pc:spChg chg="add mod">
          <ac:chgData name="Kodanda Challa" userId="42a8f256abc81769" providerId="LiveId" clId="{AB798C60-CD85-4833-8784-89AFF4DD6358}" dt="2025-02-17T10:42:40.100" v="550" actId="13926"/>
          <ac:spMkLst>
            <pc:docMk/>
            <pc:sldMk cId="725817372" sldId="284"/>
            <ac:spMk id="9" creationId="{308017E4-088B-9D59-157B-6530E554A017}"/>
          </ac:spMkLst>
        </pc:spChg>
        <pc:picChg chg="mod">
          <ac:chgData name="Kodanda Challa" userId="42a8f256abc81769" providerId="LiveId" clId="{AB798C60-CD85-4833-8784-89AFF4DD6358}" dt="2025-02-17T08:52:36.257" v="1" actId="1076"/>
          <ac:picMkLst>
            <pc:docMk/>
            <pc:sldMk cId="725817372" sldId="284"/>
            <ac:picMk id="4" creationId="{DEBF66C8-263D-4E52-85A2-F2DC53570ECB}"/>
          </ac:picMkLst>
        </pc:picChg>
        <pc:cxnChg chg="add mod">
          <ac:chgData name="Kodanda Challa" userId="42a8f256abc81769" providerId="LiveId" clId="{AB798C60-CD85-4833-8784-89AFF4DD6358}" dt="2025-02-17T10:41:59.777" v="521" actId="14100"/>
          <ac:cxnSpMkLst>
            <pc:docMk/>
            <pc:sldMk cId="725817372" sldId="284"/>
            <ac:cxnSpMk id="7" creationId="{208214B5-6926-1FDC-F272-85BD035F1C36}"/>
          </ac:cxnSpMkLst>
        </pc:cxnChg>
      </pc:sldChg>
      <pc:sldChg chg="modSp mod">
        <pc:chgData name="Kodanda Challa" userId="42a8f256abc81769" providerId="LiveId" clId="{AB798C60-CD85-4833-8784-89AFF4DD6358}" dt="2025-02-21T16:58:17.402" v="645" actId="404"/>
        <pc:sldMkLst>
          <pc:docMk/>
          <pc:sldMk cId="1234626540" sldId="286"/>
        </pc:sldMkLst>
        <pc:spChg chg="mod">
          <ac:chgData name="Kodanda Challa" userId="42a8f256abc81769" providerId="LiveId" clId="{AB798C60-CD85-4833-8784-89AFF4DD6358}" dt="2025-02-21T16:58:17.402" v="645" actId="404"/>
          <ac:spMkLst>
            <pc:docMk/>
            <pc:sldMk cId="1234626540" sldId="286"/>
            <ac:spMk id="2" creationId="{0C78C39E-F266-2144-6F26-0640EFFF3EF7}"/>
          </ac:spMkLst>
        </pc:spChg>
      </pc:sldChg>
      <pc:sldChg chg="del">
        <pc:chgData name="Kodanda Challa" userId="42a8f256abc81769" providerId="LiveId" clId="{AB798C60-CD85-4833-8784-89AFF4DD6358}" dt="2025-02-17T08:53:27.746" v="6" actId="47"/>
        <pc:sldMkLst>
          <pc:docMk/>
          <pc:sldMk cId="532694021" sldId="287"/>
        </pc:sldMkLst>
      </pc:sldChg>
      <pc:sldChg chg="modSp mod">
        <pc:chgData name="Kodanda Challa" userId="42a8f256abc81769" providerId="LiveId" clId="{AB798C60-CD85-4833-8784-89AFF4DD6358}" dt="2025-02-21T16:58:37.140" v="653" actId="403"/>
        <pc:sldMkLst>
          <pc:docMk/>
          <pc:sldMk cId="2520646021" sldId="288"/>
        </pc:sldMkLst>
        <pc:spChg chg="mod">
          <ac:chgData name="Kodanda Challa" userId="42a8f256abc81769" providerId="LiveId" clId="{AB798C60-CD85-4833-8784-89AFF4DD6358}" dt="2025-02-21T16:58:37.140" v="653" actId="403"/>
          <ac:spMkLst>
            <pc:docMk/>
            <pc:sldMk cId="2520646021" sldId="288"/>
            <ac:spMk id="2" creationId="{0C78C39E-F266-2144-6F26-0640EFFF3EF7}"/>
          </ac:spMkLst>
        </pc:spChg>
      </pc:sldChg>
      <pc:sldChg chg="del">
        <pc:chgData name="Kodanda Challa" userId="42a8f256abc81769" providerId="LiveId" clId="{AB798C60-CD85-4833-8784-89AFF4DD6358}" dt="2025-02-17T08:53:30.264" v="7" actId="47"/>
        <pc:sldMkLst>
          <pc:docMk/>
          <pc:sldMk cId="585358444" sldId="289"/>
        </pc:sldMkLst>
      </pc:sldChg>
      <pc:sldChg chg="addSp delSp modSp mod delAnim modAnim">
        <pc:chgData name="Kodanda Challa" userId="42a8f256abc81769" providerId="LiveId" clId="{AB798C60-CD85-4833-8784-89AFF4DD6358}" dt="2025-03-12T08:13:04.655" v="767" actId="1076"/>
        <pc:sldMkLst>
          <pc:docMk/>
          <pc:sldMk cId="802501844" sldId="292"/>
        </pc:sldMkLst>
        <pc:spChg chg="mod">
          <ac:chgData name="Kodanda Challa" userId="42a8f256abc81769" providerId="LiveId" clId="{AB798C60-CD85-4833-8784-89AFF4DD6358}" dt="2025-03-12T08:12:43.783" v="764" actId="20577"/>
          <ac:spMkLst>
            <pc:docMk/>
            <pc:sldMk cId="802501844" sldId="292"/>
            <ac:spMk id="2" creationId="{F906C0E3-3EEA-4AC4-9F8C-5AD9BB011B50}"/>
          </ac:spMkLst>
        </pc:spChg>
        <pc:spChg chg="add mod">
          <ac:chgData name="Kodanda Challa" userId="42a8f256abc81769" providerId="LiveId" clId="{AB798C60-CD85-4833-8784-89AFF4DD6358}" dt="2025-03-12T08:13:04.655" v="767" actId="1076"/>
          <ac:spMkLst>
            <pc:docMk/>
            <pc:sldMk cId="802501844" sldId="292"/>
            <ac:spMk id="6" creationId="{D1067225-D47F-5FB8-B79A-4AB30F8327DE}"/>
          </ac:spMkLst>
        </pc:spChg>
        <pc:graphicFrameChg chg="add mod">
          <ac:chgData name="Kodanda Challa" userId="42a8f256abc81769" providerId="LiveId" clId="{AB798C60-CD85-4833-8784-89AFF4DD6358}" dt="2025-03-12T08:12:48.146" v="765" actId="1076"/>
          <ac:graphicFrameMkLst>
            <pc:docMk/>
            <pc:sldMk cId="802501844" sldId="292"/>
            <ac:graphicFrameMk id="5" creationId="{EB500B73-3E9A-B62F-F6FA-672EA6BB0740}"/>
          </ac:graphicFrameMkLst>
        </pc:graphicFrameChg>
      </pc:sldChg>
      <pc:sldChg chg="addSp delSp modSp mod delAnim modAnim">
        <pc:chgData name="Kodanda Challa" userId="42a8f256abc81769" providerId="LiveId" clId="{AB798C60-CD85-4833-8784-89AFF4DD6358}" dt="2025-03-12T08:08:11.495" v="731" actId="1076"/>
        <pc:sldMkLst>
          <pc:docMk/>
          <pc:sldMk cId="1994423333" sldId="293"/>
        </pc:sldMkLst>
        <pc:spChg chg="mod">
          <ac:chgData name="Kodanda Challa" userId="42a8f256abc81769" providerId="LiveId" clId="{AB798C60-CD85-4833-8784-89AFF4DD6358}" dt="2025-02-21T16:58:04.755" v="641" actId="404"/>
          <ac:spMkLst>
            <pc:docMk/>
            <pc:sldMk cId="1994423333" sldId="293"/>
            <ac:spMk id="2" creationId="{84C28987-BC3F-4267-2223-F3FC0E69ECE4}"/>
          </ac:spMkLst>
        </pc:spChg>
        <pc:picChg chg="add mod">
          <ac:chgData name="Kodanda Challa" userId="42a8f256abc81769" providerId="LiveId" clId="{AB798C60-CD85-4833-8784-89AFF4DD6358}" dt="2025-03-12T08:08:11.495" v="731" actId="1076"/>
          <ac:picMkLst>
            <pc:docMk/>
            <pc:sldMk cId="1994423333" sldId="293"/>
            <ac:picMk id="4" creationId="{6B7FCB61-324F-7A8E-9D29-3FC6C89ED6BF}"/>
          </ac:picMkLst>
        </pc:picChg>
        <pc:picChg chg="add del mod">
          <ac:chgData name="Kodanda Challa" userId="42a8f256abc81769" providerId="LiveId" clId="{AB798C60-CD85-4833-8784-89AFF4DD6358}" dt="2025-03-12T08:07:49.603" v="728" actId="478"/>
          <ac:picMkLst>
            <pc:docMk/>
            <pc:sldMk cId="1994423333" sldId="293"/>
            <ac:picMk id="5" creationId="{B24DF71E-C5CC-F5CE-51E5-BDBF276A98EB}"/>
          </ac:picMkLst>
        </pc:picChg>
      </pc:sldChg>
      <pc:sldChg chg="addSp delSp modSp mod delAnim modAnim">
        <pc:chgData name="Kodanda Challa" userId="42a8f256abc81769" providerId="LiveId" clId="{AB798C60-CD85-4833-8784-89AFF4DD6358}" dt="2025-03-12T08:08:36.336" v="735" actId="1076"/>
        <pc:sldMkLst>
          <pc:docMk/>
          <pc:sldMk cId="3478197995" sldId="294"/>
        </pc:sldMkLst>
        <pc:spChg chg="mod">
          <ac:chgData name="Kodanda Challa" userId="42a8f256abc81769" providerId="LiveId" clId="{AB798C60-CD85-4833-8784-89AFF4DD6358}" dt="2025-02-21T16:58:23.281" v="647" actId="404"/>
          <ac:spMkLst>
            <pc:docMk/>
            <pc:sldMk cId="3478197995" sldId="294"/>
            <ac:spMk id="2" creationId="{84C28987-BC3F-4267-2223-F3FC0E69ECE4}"/>
          </ac:spMkLst>
        </pc:spChg>
        <pc:picChg chg="add mod">
          <ac:chgData name="Kodanda Challa" userId="42a8f256abc81769" providerId="LiveId" clId="{AB798C60-CD85-4833-8784-89AFF4DD6358}" dt="2025-03-12T08:08:36.336" v="735" actId="1076"/>
          <ac:picMkLst>
            <pc:docMk/>
            <pc:sldMk cId="3478197995" sldId="294"/>
            <ac:picMk id="4" creationId="{D8168B2E-5500-5D61-E265-F33DBD0055F4}"/>
          </ac:picMkLst>
        </pc:picChg>
        <pc:picChg chg="add del mod">
          <ac:chgData name="Kodanda Challa" userId="42a8f256abc81769" providerId="LiveId" clId="{AB798C60-CD85-4833-8784-89AFF4DD6358}" dt="2025-03-12T08:08:19.422" v="732" actId="478"/>
          <ac:picMkLst>
            <pc:docMk/>
            <pc:sldMk cId="3478197995" sldId="294"/>
            <ac:picMk id="5" creationId="{6755627B-77BA-8BE0-7236-15B34252336B}"/>
          </ac:picMkLst>
        </pc:picChg>
      </pc:sldChg>
      <pc:sldChg chg="addSp delSp modSp mod delAnim modAnim">
        <pc:chgData name="Kodanda Challa" userId="42a8f256abc81769" providerId="LiveId" clId="{AB798C60-CD85-4833-8784-89AFF4DD6358}" dt="2025-03-12T08:09:02.399" v="739" actId="1076"/>
        <pc:sldMkLst>
          <pc:docMk/>
          <pc:sldMk cId="2180486727" sldId="295"/>
        </pc:sldMkLst>
        <pc:spChg chg="mod">
          <ac:chgData name="Kodanda Challa" userId="42a8f256abc81769" providerId="LiveId" clId="{AB798C60-CD85-4833-8784-89AFF4DD6358}" dt="2025-02-21T16:58:43.589" v="655" actId="404"/>
          <ac:spMkLst>
            <pc:docMk/>
            <pc:sldMk cId="2180486727" sldId="295"/>
            <ac:spMk id="2" creationId="{84C28987-BC3F-4267-2223-F3FC0E69ECE4}"/>
          </ac:spMkLst>
        </pc:spChg>
        <pc:picChg chg="add mod">
          <ac:chgData name="Kodanda Challa" userId="42a8f256abc81769" providerId="LiveId" clId="{AB798C60-CD85-4833-8784-89AFF4DD6358}" dt="2025-03-12T08:09:02.399" v="739" actId="1076"/>
          <ac:picMkLst>
            <pc:docMk/>
            <pc:sldMk cId="2180486727" sldId="295"/>
            <ac:picMk id="4" creationId="{A53B19CC-7A85-F9EE-850E-9AE8C89F89E7}"/>
          </ac:picMkLst>
        </pc:picChg>
        <pc:picChg chg="add del mod">
          <ac:chgData name="Kodanda Challa" userId="42a8f256abc81769" providerId="LiveId" clId="{AB798C60-CD85-4833-8784-89AFF4DD6358}" dt="2025-03-12T08:08:40.898" v="736" actId="478"/>
          <ac:picMkLst>
            <pc:docMk/>
            <pc:sldMk cId="2180486727" sldId="295"/>
            <ac:picMk id="5" creationId="{59E98AB3-3717-5446-2F9E-73B9B51174CA}"/>
          </ac:picMkLst>
        </pc:picChg>
      </pc:sldChg>
      <pc:sldChg chg="addSp delSp modSp mod delAnim modAnim">
        <pc:chgData name="Kodanda Challa" userId="42a8f256abc81769" providerId="LiveId" clId="{AB798C60-CD85-4833-8784-89AFF4DD6358}" dt="2025-03-12T08:12:35.551" v="763" actId="1076"/>
        <pc:sldMkLst>
          <pc:docMk/>
          <pc:sldMk cId="4108529275" sldId="298"/>
        </pc:sldMkLst>
        <pc:spChg chg="mod">
          <ac:chgData name="Kodanda Challa" userId="42a8f256abc81769" providerId="LiveId" clId="{AB798C60-CD85-4833-8784-89AFF4DD6358}" dt="2025-02-21T16:58:53.115" v="660" actId="404"/>
          <ac:spMkLst>
            <pc:docMk/>
            <pc:sldMk cId="4108529275" sldId="298"/>
            <ac:spMk id="2" creationId="{5D2E75CC-D1B5-FFC2-ED8E-C639EE40AB88}"/>
          </ac:spMkLst>
        </pc:spChg>
        <pc:spChg chg="mod">
          <ac:chgData name="Kodanda Challa" userId="42a8f256abc81769" providerId="LiveId" clId="{AB798C60-CD85-4833-8784-89AFF4DD6358}" dt="2025-03-12T08:10:45.189" v="744" actId="20577"/>
          <ac:spMkLst>
            <pc:docMk/>
            <pc:sldMk cId="4108529275" sldId="298"/>
            <ac:spMk id="3" creationId="{E8B42B38-D13E-DB32-949E-4814530C1B80}"/>
          </ac:spMkLst>
        </pc:spChg>
        <pc:graphicFrameChg chg="add mod modGraphic">
          <ac:chgData name="Kodanda Challa" userId="42a8f256abc81769" providerId="LiveId" clId="{AB798C60-CD85-4833-8784-89AFF4DD6358}" dt="2025-03-12T08:12:35.551" v="763" actId="1076"/>
          <ac:graphicFrameMkLst>
            <pc:docMk/>
            <pc:sldMk cId="4108529275" sldId="298"/>
            <ac:graphicFrameMk id="4" creationId="{E810461D-0FF3-2B8A-130B-53CA24549A72}"/>
          </ac:graphicFrameMkLst>
        </pc:graphicFrameChg>
        <pc:picChg chg="add del mod">
          <ac:chgData name="Kodanda Challa" userId="42a8f256abc81769" providerId="LiveId" clId="{AB798C60-CD85-4833-8784-89AFF4DD6358}" dt="2025-03-12T08:09:06.942" v="740" actId="478"/>
          <ac:picMkLst>
            <pc:docMk/>
            <pc:sldMk cId="4108529275" sldId="298"/>
            <ac:picMk id="8" creationId="{E737C4B0-9209-17B3-BC31-297A0628ED42}"/>
          </ac:picMkLst>
        </pc:picChg>
        <pc:picChg chg="add del mod">
          <ac:chgData name="Kodanda Challa" userId="42a8f256abc81769" providerId="LiveId" clId="{AB798C60-CD85-4833-8784-89AFF4DD6358}" dt="2025-03-12T08:09:07.735" v="741" actId="478"/>
          <ac:picMkLst>
            <pc:docMk/>
            <pc:sldMk cId="4108529275" sldId="298"/>
            <ac:picMk id="10" creationId="{3EB08E21-F20B-3D20-C9AF-B8A44EBABC43}"/>
          </ac:picMkLst>
        </pc:picChg>
        <pc:picChg chg="add del mod">
          <ac:chgData name="Kodanda Challa" userId="42a8f256abc81769" providerId="LiveId" clId="{AB798C60-CD85-4833-8784-89AFF4DD6358}" dt="2025-03-12T08:09:08.539" v="742" actId="478"/>
          <ac:picMkLst>
            <pc:docMk/>
            <pc:sldMk cId="4108529275" sldId="298"/>
            <ac:picMk id="12" creationId="{6CE3E4E9-FAF2-E26E-B2A5-323655C93268}"/>
          </ac:picMkLst>
        </pc:picChg>
        <pc:picChg chg="add del mod">
          <ac:chgData name="Kodanda Challa" userId="42a8f256abc81769" providerId="LiveId" clId="{AB798C60-CD85-4833-8784-89AFF4DD6358}" dt="2025-03-12T08:10:48.549" v="745" actId="478"/>
          <ac:picMkLst>
            <pc:docMk/>
            <pc:sldMk cId="4108529275" sldId="298"/>
            <ac:picMk id="14" creationId="{8C392E78-3692-649F-6259-7D54A027F322}"/>
          </ac:picMkLst>
        </pc:picChg>
      </pc:sldChg>
      <pc:sldChg chg="delSp add del mod">
        <pc:chgData name="Kodanda Challa" userId="42a8f256abc81769" providerId="LiveId" clId="{AB798C60-CD85-4833-8784-89AFF4DD6358}" dt="2025-02-17T09:15:28.157" v="103" actId="47"/>
        <pc:sldMkLst>
          <pc:docMk/>
          <pc:sldMk cId="3586613525" sldId="299"/>
        </pc:sldMkLst>
      </pc:sldChg>
      <pc:sldChg chg="addSp delSp modSp add mod modAnim modShow">
        <pc:chgData name="Kodanda Challa" userId="42a8f256abc81769" providerId="LiveId" clId="{AB798C60-CD85-4833-8784-89AFF4DD6358}" dt="2025-02-21T16:58:12.075" v="643" actId="404"/>
        <pc:sldMkLst>
          <pc:docMk/>
          <pc:sldMk cId="2153921116" sldId="300"/>
        </pc:sldMkLst>
        <pc:spChg chg="mod">
          <ac:chgData name="Kodanda Challa" userId="42a8f256abc81769" providerId="LiveId" clId="{AB798C60-CD85-4833-8784-89AFF4DD6358}" dt="2025-02-21T16:58:12.075" v="643" actId="404"/>
          <ac:spMkLst>
            <pc:docMk/>
            <pc:sldMk cId="2153921116" sldId="300"/>
            <ac:spMk id="2" creationId="{84C28987-BC3F-4267-2223-F3FC0E69ECE4}"/>
          </ac:spMkLst>
        </pc:spChg>
        <pc:spChg chg="add mod ord">
          <ac:chgData name="Kodanda Challa" userId="42a8f256abc81769" providerId="LiveId" clId="{AB798C60-CD85-4833-8784-89AFF4DD6358}" dt="2025-02-17T09:38:10.741" v="296" actId="1076"/>
          <ac:spMkLst>
            <pc:docMk/>
            <pc:sldMk cId="2153921116" sldId="300"/>
            <ac:spMk id="8" creationId="{61C098B8-94E5-5366-337F-7938448CE724}"/>
          </ac:spMkLst>
        </pc:spChg>
        <pc:spChg chg="add mod">
          <ac:chgData name="Kodanda Challa" userId="42a8f256abc81769" providerId="LiveId" clId="{AB798C60-CD85-4833-8784-89AFF4DD6358}" dt="2025-02-17T09:38:13.046" v="297" actId="1076"/>
          <ac:spMkLst>
            <pc:docMk/>
            <pc:sldMk cId="2153921116" sldId="300"/>
            <ac:spMk id="10" creationId="{7101ED76-CFA1-FC38-1B9A-0F19D2BD481A}"/>
          </ac:spMkLst>
        </pc:spChg>
        <pc:graphicFrameChg chg="add mod">
          <ac:chgData name="Kodanda Challa" userId="42a8f256abc81769" providerId="LiveId" clId="{AB798C60-CD85-4833-8784-89AFF4DD6358}" dt="2025-02-17T09:33:46.493" v="270" actId="1076"/>
          <ac:graphicFrameMkLst>
            <pc:docMk/>
            <pc:sldMk cId="2153921116" sldId="300"/>
            <ac:graphicFrameMk id="13" creationId="{DDEBA76E-6CFE-B4F2-96C2-618A4E3C196B}"/>
          </ac:graphicFrameMkLst>
        </pc:graphicFrameChg>
        <pc:picChg chg="add mod">
          <ac:chgData name="Kodanda Challa" userId="42a8f256abc81769" providerId="LiveId" clId="{AB798C60-CD85-4833-8784-89AFF4DD6358}" dt="2025-02-17T09:38:07.686" v="295" actId="1076"/>
          <ac:picMkLst>
            <pc:docMk/>
            <pc:sldMk cId="2153921116" sldId="300"/>
            <ac:picMk id="7" creationId="{A6BE6B86-4422-5BD2-F08D-7096273F662D}"/>
          </ac:picMkLst>
        </pc:picChg>
        <pc:picChg chg="add mod">
          <ac:chgData name="Kodanda Challa" userId="42a8f256abc81769" providerId="LiveId" clId="{AB798C60-CD85-4833-8784-89AFF4DD6358}" dt="2025-02-17T09:38:07.686" v="295" actId="1076"/>
          <ac:picMkLst>
            <pc:docMk/>
            <pc:sldMk cId="2153921116" sldId="300"/>
            <ac:picMk id="9" creationId="{AD463396-2DCE-4EF9-61FA-37AF9B7CE97C}"/>
          </ac:picMkLst>
        </pc:picChg>
      </pc:sldChg>
      <pc:sldChg chg="addSp delSp modSp add mod modAnim modShow">
        <pc:chgData name="Kodanda Challa" userId="42a8f256abc81769" providerId="LiveId" clId="{AB798C60-CD85-4833-8784-89AFF4DD6358}" dt="2025-02-21T16:58:27.099" v="649" actId="404"/>
        <pc:sldMkLst>
          <pc:docMk/>
          <pc:sldMk cId="3574588338" sldId="301"/>
        </pc:sldMkLst>
        <pc:spChg chg="add mod">
          <ac:chgData name="Kodanda Challa" userId="42a8f256abc81769" providerId="LiveId" clId="{AB798C60-CD85-4833-8784-89AFF4DD6358}" dt="2025-02-21T16:58:27.099" v="649" actId="404"/>
          <ac:spMkLst>
            <pc:docMk/>
            <pc:sldMk cId="3574588338" sldId="301"/>
            <ac:spMk id="5" creationId="{818761FF-C9D0-5450-0CAC-B6DD156DBAE0}"/>
          </ac:spMkLst>
        </pc:spChg>
        <pc:spChg chg="mod">
          <ac:chgData name="Kodanda Challa" userId="42a8f256abc81769" providerId="LiveId" clId="{AB798C60-CD85-4833-8784-89AFF4DD6358}" dt="2025-02-17T09:35:04.983" v="279" actId="1076"/>
          <ac:spMkLst>
            <pc:docMk/>
            <pc:sldMk cId="3574588338" sldId="301"/>
            <ac:spMk id="8" creationId="{61C098B8-94E5-5366-337F-7938448CE724}"/>
          </ac:spMkLst>
        </pc:spChg>
        <pc:spChg chg="add mod">
          <ac:chgData name="Kodanda Challa" userId="42a8f256abc81769" providerId="LiveId" clId="{AB798C60-CD85-4833-8784-89AFF4DD6358}" dt="2025-02-17T09:35:19.288" v="282" actId="1076"/>
          <ac:spMkLst>
            <pc:docMk/>
            <pc:sldMk cId="3574588338" sldId="301"/>
            <ac:spMk id="11" creationId="{E16524AC-E566-4E67-4D62-D764AF175533}"/>
          </ac:spMkLst>
        </pc:spChg>
        <pc:graphicFrameChg chg="mod">
          <ac:chgData name="Kodanda Challa" userId="42a8f256abc81769" providerId="LiveId" clId="{AB798C60-CD85-4833-8784-89AFF4DD6358}" dt="2025-02-17T09:35:08.863" v="280" actId="1076"/>
          <ac:graphicFrameMkLst>
            <pc:docMk/>
            <pc:sldMk cId="3574588338" sldId="301"/>
            <ac:graphicFrameMk id="13" creationId="{DDEBA76E-6CFE-B4F2-96C2-618A4E3C196B}"/>
          </ac:graphicFrameMkLst>
        </pc:graphicFrameChg>
        <pc:picChg chg="add mod">
          <ac:chgData name="Kodanda Challa" userId="42a8f256abc81769" providerId="LiveId" clId="{AB798C60-CD85-4833-8784-89AFF4DD6358}" dt="2025-02-17T09:34:54.598" v="277" actId="1076"/>
          <ac:picMkLst>
            <pc:docMk/>
            <pc:sldMk cId="3574588338" sldId="301"/>
            <ac:picMk id="9" creationId="{E7B17E7D-3247-E3B2-2C4C-6616996C2933}"/>
          </ac:picMkLst>
        </pc:picChg>
        <pc:picChg chg="add mod">
          <ac:chgData name="Kodanda Challa" userId="42a8f256abc81769" providerId="LiveId" clId="{AB798C60-CD85-4833-8784-89AFF4DD6358}" dt="2025-02-17T09:34:54.598" v="277" actId="1076"/>
          <ac:picMkLst>
            <pc:docMk/>
            <pc:sldMk cId="3574588338" sldId="301"/>
            <ac:picMk id="10" creationId="{2425E509-9AEF-3402-697E-2763263250CA}"/>
          </ac:picMkLst>
        </pc:picChg>
      </pc:sldChg>
      <pc:sldChg chg="addSp delSp modSp add mod modAnim modShow">
        <pc:chgData name="Kodanda Challa" userId="42a8f256abc81769" providerId="LiveId" clId="{AB798C60-CD85-4833-8784-89AFF4DD6358}" dt="2025-02-21T16:58:47.867" v="658" actId="404"/>
        <pc:sldMkLst>
          <pc:docMk/>
          <pc:sldMk cId="278469352" sldId="302"/>
        </pc:sldMkLst>
        <pc:spChg chg="add mod">
          <ac:chgData name="Kodanda Challa" userId="42a8f256abc81769" providerId="LiveId" clId="{AB798C60-CD85-4833-8784-89AFF4DD6358}" dt="2025-02-21T16:58:47.867" v="658" actId="404"/>
          <ac:spMkLst>
            <pc:docMk/>
            <pc:sldMk cId="278469352" sldId="302"/>
            <ac:spMk id="2" creationId="{4C092742-CF81-240C-2BDD-A70F51284570}"/>
          </ac:spMkLst>
        </pc:spChg>
        <pc:spChg chg="mod">
          <ac:chgData name="Kodanda Challa" userId="42a8f256abc81769" providerId="LiveId" clId="{AB798C60-CD85-4833-8784-89AFF4DD6358}" dt="2025-02-17T09:37:43.278" v="294" actId="1076"/>
          <ac:spMkLst>
            <pc:docMk/>
            <pc:sldMk cId="278469352" sldId="302"/>
            <ac:spMk id="8" creationId="{61C098B8-94E5-5366-337F-7938448CE724}"/>
          </ac:spMkLst>
        </pc:spChg>
        <pc:spChg chg="add mod">
          <ac:chgData name="Kodanda Challa" userId="42a8f256abc81769" providerId="LiveId" clId="{AB798C60-CD85-4833-8784-89AFF4DD6358}" dt="2025-02-17T09:37:34.424" v="293"/>
          <ac:spMkLst>
            <pc:docMk/>
            <pc:sldMk cId="278469352" sldId="302"/>
            <ac:spMk id="10" creationId="{26E65C11-12B1-F465-3137-73E44FF0391B}"/>
          </ac:spMkLst>
        </pc:spChg>
        <pc:graphicFrameChg chg="mod">
          <ac:chgData name="Kodanda Challa" userId="42a8f256abc81769" providerId="LiveId" clId="{AB798C60-CD85-4833-8784-89AFF4DD6358}" dt="2025-02-17T09:37:11.454" v="290" actId="1076"/>
          <ac:graphicFrameMkLst>
            <pc:docMk/>
            <pc:sldMk cId="278469352" sldId="302"/>
            <ac:graphicFrameMk id="13" creationId="{DDEBA76E-6CFE-B4F2-96C2-618A4E3C196B}"/>
          </ac:graphicFrameMkLst>
        </pc:graphicFrameChg>
        <pc:picChg chg="add mod">
          <ac:chgData name="Kodanda Challa" userId="42a8f256abc81769" providerId="LiveId" clId="{AB798C60-CD85-4833-8784-89AFF4DD6358}" dt="2025-02-17T09:37:09.326" v="289" actId="1076"/>
          <ac:picMkLst>
            <pc:docMk/>
            <pc:sldMk cId="278469352" sldId="302"/>
            <ac:picMk id="4" creationId="{B7797A57-942C-3309-AF27-A40CF0C9AD3A}"/>
          </ac:picMkLst>
        </pc:picChg>
        <pc:picChg chg="add mod">
          <ac:chgData name="Kodanda Challa" userId="42a8f256abc81769" providerId="LiveId" clId="{AB798C60-CD85-4833-8784-89AFF4DD6358}" dt="2025-02-17T09:37:09.326" v="289" actId="1076"/>
          <ac:picMkLst>
            <pc:docMk/>
            <pc:sldMk cId="278469352" sldId="302"/>
            <ac:picMk id="6" creationId="{DD90732D-ED79-A373-54F9-CFFC0111ABE7}"/>
          </ac:picMkLst>
        </pc:picChg>
      </pc:sldChg>
      <pc:sldChg chg="add del">
        <pc:chgData name="Kodanda Challa" userId="42a8f256abc81769" providerId="LiveId" clId="{AB798C60-CD85-4833-8784-89AFF4DD6358}" dt="2025-02-17T09:22:48.842" v="158" actId="47"/>
        <pc:sldMkLst>
          <pc:docMk/>
          <pc:sldMk cId="1960177461" sldId="303"/>
        </pc:sldMkLst>
      </pc:sldChg>
      <pc:sldChg chg="addSp delSp modSp add mod addAnim delAnim modAnim">
        <pc:chgData name="Kodanda Challa" userId="42a8f256abc81769" providerId="LiveId" clId="{AB798C60-CD85-4833-8784-89AFF4DD6358}" dt="2025-02-17T12:46:03.190" v="552" actId="1076"/>
        <pc:sldMkLst>
          <pc:docMk/>
          <pc:sldMk cId="1070371569" sldId="304"/>
        </pc:sldMkLst>
        <pc:spChg chg="mod">
          <ac:chgData name="Kodanda Challa" userId="42a8f256abc81769" providerId="LiveId" clId="{AB798C60-CD85-4833-8784-89AFF4DD6358}" dt="2025-02-17T12:46:03.190" v="552" actId="1076"/>
          <ac:spMkLst>
            <pc:docMk/>
            <pc:sldMk cId="1070371569" sldId="304"/>
            <ac:spMk id="3" creationId="{E8B42B38-D13E-DB32-949E-4814530C1B80}"/>
          </ac:spMkLst>
        </pc:spChg>
        <pc:spChg chg="add del mod">
          <ac:chgData name="Kodanda Challa" userId="42a8f256abc81769" providerId="LiveId" clId="{AB798C60-CD85-4833-8784-89AFF4DD6358}" dt="2025-02-17T10:15:12.931" v="518" actId="1076"/>
          <ac:spMkLst>
            <pc:docMk/>
            <pc:sldMk cId="1070371569" sldId="304"/>
            <ac:spMk id="10" creationId="{2B32E187-85EA-B23D-9111-5F772DB66004}"/>
          </ac:spMkLst>
        </pc:spChg>
        <pc:picChg chg="add mod">
          <ac:chgData name="Kodanda Challa" userId="42a8f256abc81769" providerId="LiveId" clId="{AB798C60-CD85-4833-8784-89AFF4DD6358}" dt="2025-02-17T10:15:08.891" v="517" actId="1076"/>
          <ac:picMkLst>
            <pc:docMk/>
            <pc:sldMk cId="1070371569" sldId="304"/>
            <ac:picMk id="5" creationId="{09917560-DC96-61E1-EA37-5B2B6DA6A954}"/>
          </ac:picMkLst>
        </pc:picChg>
        <pc:picChg chg="add mod">
          <ac:chgData name="Kodanda Challa" userId="42a8f256abc81769" providerId="LiveId" clId="{AB798C60-CD85-4833-8784-89AFF4DD6358}" dt="2025-02-17T10:15:08.891" v="517" actId="1076"/>
          <ac:picMkLst>
            <pc:docMk/>
            <pc:sldMk cId="1070371569" sldId="304"/>
            <ac:picMk id="8" creationId="{94EC2397-0688-8AE1-3FD5-EB86BA6824AD}"/>
          </ac:picMkLst>
        </pc:picChg>
        <pc:picChg chg="add mod">
          <ac:chgData name="Kodanda Challa" userId="42a8f256abc81769" providerId="LiveId" clId="{AB798C60-CD85-4833-8784-89AFF4DD6358}" dt="2025-02-17T10:15:08.891" v="517" actId="1076"/>
          <ac:picMkLst>
            <pc:docMk/>
            <pc:sldMk cId="1070371569" sldId="304"/>
            <ac:picMk id="9" creationId="{EC331A41-40B6-1E82-9245-3687D66A8304}"/>
          </ac:picMkLst>
        </pc:picChg>
      </pc:sldChg>
      <pc:sldChg chg="addSp delSp modSp add mod modAnim">
        <pc:chgData name="Kodanda Challa" userId="42a8f256abc81769" providerId="LiveId" clId="{AB798C60-CD85-4833-8784-89AFF4DD6358}" dt="2025-02-17T12:46:21.462" v="553" actId="1076"/>
        <pc:sldMkLst>
          <pc:docMk/>
          <pc:sldMk cId="1004512313" sldId="305"/>
        </pc:sldMkLst>
        <pc:spChg chg="mod">
          <ac:chgData name="Kodanda Challa" userId="42a8f256abc81769" providerId="LiveId" clId="{AB798C60-CD85-4833-8784-89AFF4DD6358}" dt="2025-02-17T12:46:21.462" v="553" actId="1076"/>
          <ac:spMkLst>
            <pc:docMk/>
            <pc:sldMk cId="1004512313" sldId="305"/>
            <ac:spMk id="3" creationId="{E8B42B38-D13E-DB32-949E-4814530C1B80}"/>
          </ac:spMkLst>
        </pc:spChg>
        <pc:spChg chg="add mod">
          <ac:chgData name="Kodanda Challa" userId="42a8f256abc81769" providerId="LiveId" clId="{AB798C60-CD85-4833-8784-89AFF4DD6358}" dt="2025-02-17T10:14:45.587" v="516" actId="1076"/>
          <ac:spMkLst>
            <pc:docMk/>
            <pc:sldMk cId="1004512313" sldId="305"/>
            <ac:spMk id="13" creationId="{9E30002A-94F4-B552-B730-B65165694B37}"/>
          </ac:spMkLst>
        </pc:spChg>
        <pc:picChg chg="add mod">
          <ac:chgData name="Kodanda Challa" userId="42a8f256abc81769" providerId="LiveId" clId="{AB798C60-CD85-4833-8784-89AFF4DD6358}" dt="2025-02-17T10:14:31.019" v="512" actId="1076"/>
          <ac:picMkLst>
            <pc:docMk/>
            <pc:sldMk cId="1004512313" sldId="305"/>
            <ac:picMk id="6" creationId="{72CEC16D-140B-D6D9-1299-499DE7AF2B82}"/>
          </ac:picMkLst>
        </pc:picChg>
        <pc:picChg chg="add mod">
          <ac:chgData name="Kodanda Challa" userId="42a8f256abc81769" providerId="LiveId" clId="{AB798C60-CD85-4833-8784-89AFF4DD6358}" dt="2025-02-17T10:14:38.946" v="515" actId="1076"/>
          <ac:picMkLst>
            <pc:docMk/>
            <pc:sldMk cId="1004512313" sldId="305"/>
            <ac:picMk id="10" creationId="{810DE622-AC32-A389-DD56-9A32603D2637}"/>
          </ac:picMkLst>
        </pc:picChg>
        <pc:picChg chg="add mod">
          <ac:chgData name="Kodanda Challa" userId="42a8f256abc81769" providerId="LiveId" clId="{AB798C60-CD85-4833-8784-89AFF4DD6358}" dt="2025-02-17T10:14:36.396" v="514" actId="1076"/>
          <ac:picMkLst>
            <pc:docMk/>
            <pc:sldMk cId="1004512313" sldId="305"/>
            <ac:picMk id="12" creationId="{1D607044-AB89-067C-47D5-2D0F937DA568}"/>
          </ac:picMkLst>
        </pc:picChg>
      </pc:sldChg>
    </pc:docChg>
  </pc:docChgLst>
  <pc:docChgLst>
    <pc:chgData name="Kodanda Challa" userId="42a8f256abc81769" providerId="LiveId" clId="{535529C5-E145-464B-BD00-2DDDEA14C1DE}"/>
    <pc:docChg chg="modSld">
      <pc:chgData name="Kodanda Challa" userId="42a8f256abc81769" providerId="LiveId" clId="{535529C5-E145-464B-BD00-2DDDEA14C1DE}" dt="2025-03-03T18:09:27.693" v="7" actId="20577"/>
      <pc:docMkLst>
        <pc:docMk/>
      </pc:docMkLst>
      <pc:sldChg chg="modSp">
        <pc:chgData name="Kodanda Challa" userId="42a8f256abc81769" providerId="LiveId" clId="{535529C5-E145-464B-BD00-2DDDEA14C1DE}" dt="2025-03-03T18:09:27.693" v="7" actId="20577"/>
        <pc:sldMkLst>
          <pc:docMk/>
          <pc:sldMk cId="802501844" sldId="292"/>
        </pc:sldMkLst>
        <pc:spChg chg="mod">
          <ac:chgData name="Kodanda Challa" userId="42a8f256abc81769" providerId="LiveId" clId="{535529C5-E145-464B-BD00-2DDDEA14C1DE}" dt="2025-03-03T18:09:27.693" v="7" actId="20577"/>
          <ac:spMkLst>
            <pc:docMk/>
            <pc:sldMk cId="802501844" sldId="292"/>
            <ac:spMk id="6" creationId="{D1067225-D47F-5FB8-B79A-4AB30F8327D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981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277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205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774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315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334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58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149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512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809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192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2098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324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7586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45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7440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large, sitting, white, numbers">
            <a:extLst>
              <a:ext uri="{FF2B5EF4-FFF2-40B4-BE49-F238E27FC236}">
                <a16:creationId xmlns:a16="http://schemas.microsoft.com/office/drawing/2014/main" id="{9A5D9ED1-DFCC-4799-89E2-D118451B98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" y="0"/>
            <a:ext cx="12191356" cy="6858000"/>
          </a:xfrm>
          <a:prstGeom prst="rect">
            <a:avLst/>
          </a:prstGeom>
        </p:spPr>
      </p:pic>
      <p:sp useBgFill="1">
        <p:nvSpPr>
          <p:cNvPr id="96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Repeatability Tests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>
            <a:normAutofit/>
          </a:bodyPr>
          <a:lstStyle/>
          <a:p>
            <a:pPr algn="l"/>
            <a:r>
              <a:rPr lang="en-US" sz="2300" dirty="0">
                <a:solidFill>
                  <a:srgbClr val="5792BA"/>
                </a:solidFill>
              </a:rPr>
              <a:t>Kodanda Challa</a:t>
            </a:r>
          </a:p>
        </p:txBody>
      </p:sp>
    </p:spTree>
    <p:extLst>
      <p:ext uri="{BB962C8B-B14F-4D97-AF65-F5344CB8AC3E}">
        <p14:creationId xmlns:p14="http://schemas.microsoft.com/office/powerpoint/2010/main" val="158312012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C1A6B8E2-2776-6695-8E7C-224787944B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46394" y="2595716"/>
            <a:ext cx="6945605" cy="42622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D24B4B-A306-B3BE-70D6-8DA11B348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980541" cy="1257300"/>
          </a:xfrm>
        </p:spPr>
        <p:txBody>
          <a:bodyPr>
            <a:normAutofit/>
          </a:bodyPr>
          <a:lstStyle/>
          <a:p>
            <a:r>
              <a:rPr lang="it-IT" sz="4000" dirty="0"/>
              <a:t>Calibration of Three points</a:t>
            </a:r>
            <a:endParaRPr lang="en-IN" sz="40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DFA60CA-4F35-50F2-5470-9C52D9015256}"/>
              </a:ext>
            </a:extLst>
          </p:cNvPr>
          <p:cNvSpPr txBox="1">
            <a:spLocks/>
          </p:cNvSpPr>
          <p:nvPr/>
        </p:nvSpPr>
        <p:spPr>
          <a:xfrm>
            <a:off x="584611" y="6974525"/>
            <a:ext cx="4856841" cy="362267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Calibrating Point 1 ÷ 3 again -  again after different actions</a:t>
            </a:r>
          </a:p>
          <a:p>
            <a:r>
              <a:rPr lang="it-IT" dirty="0"/>
              <a:t>Repeatabilty tests (Actions)</a:t>
            </a:r>
          </a:p>
          <a:p>
            <a:pPr lvl="1"/>
            <a:r>
              <a:rPr lang="it-IT" dirty="0"/>
              <a:t>Piston</a:t>
            </a:r>
          </a:p>
          <a:p>
            <a:pPr lvl="1"/>
            <a:r>
              <a:rPr lang="it-IT" dirty="0"/>
              <a:t>Rail</a:t>
            </a:r>
          </a:p>
          <a:p>
            <a:pPr lvl="1"/>
            <a:r>
              <a:rPr lang="it-IT" dirty="0"/>
              <a:t>Piston Rail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F3797F-C57C-DA0C-0B92-F9169DED0C93}"/>
              </a:ext>
            </a:extLst>
          </p:cNvPr>
          <p:cNvSpPr txBox="1"/>
          <p:nvPr/>
        </p:nvSpPr>
        <p:spPr>
          <a:xfrm>
            <a:off x="10599174" y="6150114"/>
            <a:ext cx="15928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b="1" dirty="0">
                <a:solidFill>
                  <a:srgbClr val="FF0000"/>
                </a:solidFill>
              </a:rPr>
              <a:t>PNT = Point</a:t>
            </a:r>
          </a:p>
          <a:p>
            <a:r>
              <a:rPr lang="it-IT" sz="1000" b="1" dirty="0">
                <a:solidFill>
                  <a:srgbClr val="FF0000"/>
                </a:solidFill>
              </a:rPr>
              <a:t>INT: Intersection</a:t>
            </a:r>
          </a:p>
          <a:p>
            <a:r>
              <a:rPr lang="it-IT" sz="1000" b="1" dirty="0">
                <a:solidFill>
                  <a:srgbClr val="FF0000"/>
                </a:solidFill>
              </a:rPr>
              <a:t>CYL: Cylinder</a:t>
            </a:r>
          </a:p>
          <a:p>
            <a:r>
              <a:rPr lang="it-IT" sz="1000" b="1" dirty="0">
                <a:solidFill>
                  <a:srgbClr val="FF0000"/>
                </a:solidFill>
              </a:rPr>
              <a:t>PLN_CYL: Plane of CYL</a:t>
            </a:r>
            <a:endParaRPr lang="en-IN" sz="1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58173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638 -0.03171 L -0.00443 -0.6960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" y="-332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638 -0.03171 L -0.00443 -0.69607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" y="-33218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638 -0.03171 L -0.00443 -0.69607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" y="-33218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638 -0.03171 L -0.00443 -0.6960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" y="-33218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638 -0.03171 L -0.00443 -0.69607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" y="-332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5C1B02E-0D32-EC34-6BBF-27D76D65BF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87594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6DE52FE-6320-0AAD-19E5-3C1456D2D284}"/>
              </a:ext>
            </a:extLst>
          </p:cNvPr>
          <p:cNvSpPr txBox="1">
            <a:spLocks/>
          </p:cNvSpPr>
          <p:nvPr/>
        </p:nvSpPr>
        <p:spPr>
          <a:xfrm>
            <a:off x="913795" y="2076450"/>
            <a:ext cx="4856841" cy="362267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78C39E-F266-2144-6F26-0640EFFF3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668"/>
            <a:ext cx="8341107" cy="1257300"/>
          </a:xfrm>
        </p:spPr>
        <p:txBody>
          <a:bodyPr>
            <a:normAutofit/>
          </a:bodyPr>
          <a:lstStyle/>
          <a:p>
            <a:r>
              <a:rPr lang="it-IT" sz="4000" dirty="0"/>
              <a:t>Piston_Rail Repeatability Tests</a:t>
            </a:r>
            <a:endParaRPr lang="en-IN" sz="40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95F9129-5AAE-666A-9DBE-7D0A48DF1DDC}"/>
              </a:ext>
            </a:extLst>
          </p:cNvPr>
          <p:cNvSpPr txBox="1">
            <a:spLocks/>
          </p:cNvSpPr>
          <p:nvPr/>
        </p:nvSpPr>
        <p:spPr>
          <a:xfrm>
            <a:off x="930441" y="6858000"/>
            <a:ext cx="7410666" cy="504977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Initial Measurement:</a:t>
            </a:r>
          </a:p>
          <a:p>
            <a:pPr lvl="1"/>
            <a:r>
              <a:rPr lang="en-IN" dirty="0"/>
              <a:t>With the piston at Top Dead Centre (TDC), and Platform at End 1, record the coordinates of Point 1 Point 2 and Point 3 using the Coordinate Measuring Machine (CMM).</a:t>
            </a:r>
          </a:p>
          <a:p>
            <a:r>
              <a:rPr lang="en-IN" dirty="0"/>
              <a:t>Movement Cycle:</a:t>
            </a:r>
          </a:p>
          <a:p>
            <a:pPr lvl="1"/>
            <a:r>
              <a:rPr lang="en-IN" dirty="0"/>
              <a:t>Move the piston from TDC to Bottom Dead Centre (BDC) and then back to TDC.</a:t>
            </a:r>
          </a:p>
          <a:p>
            <a:pPr lvl="1"/>
            <a:r>
              <a:rPr lang="en-IN" dirty="0"/>
              <a:t>Move the rail from End 1 to End 2 and then back to End 1. </a:t>
            </a:r>
          </a:p>
          <a:p>
            <a:r>
              <a:rPr lang="en-IN" dirty="0"/>
              <a:t>Repeat Measurement:</a:t>
            </a:r>
          </a:p>
          <a:p>
            <a:pPr lvl="1"/>
            <a:r>
              <a:rPr lang="en-IN" dirty="0"/>
              <a:t>Record the coordinates of Point 1 Point 2 and Point 3 again using the CMM.</a:t>
            </a:r>
          </a:p>
          <a:p>
            <a:r>
              <a:rPr lang="en-IN" dirty="0"/>
              <a:t>Repetitions:</a:t>
            </a:r>
          </a:p>
          <a:p>
            <a:pPr lvl="1"/>
            <a:r>
              <a:rPr lang="en-IN" dirty="0"/>
              <a:t>Repeat steps 2 and 3 ten times for a total of ten measurements.</a:t>
            </a:r>
          </a:p>
        </p:txBody>
      </p:sp>
      <p:pic>
        <p:nvPicPr>
          <p:cNvPr id="6" name="document_6305305792060855498">
            <a:hlinkClick r:id="" action="ppaction://media"/>
            <a:extLst>
              <a:ext uri="{FF2B5EF4-FFF2-40B4-BE49-F238E27FC236}">
                <a16:creationId xmlns:a16="http://schemas.microsoft.com/office/drawing/2014/main" id="{B16AB8F2-9ED8-E566-64C1-733409749E3F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35108" y="10668"/>
            <a:ext cx="3856892" cy="6858000"/>
          </a:xfrm>
        </p:spPr>
      </p:pic>
    </p:spTree>
    <p:extLst>
      <p:ext uri="{BB962C8B-B14F-4D97-AF65-F5344CB8AC3E}">
        <p14:creationId xmlns:p14="http://schemas.microsoft.com/office/powerpoint/2010/main" val="25206460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56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4.44444E-6 L 1.66667E-6 -0.73635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829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1.11111E-6 L 2.70833E-6 -0.73634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8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4.44444E-6 L 1.66667E-6 -0.73635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829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4.44444E-6 L 1.66667E-6 -0.73635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829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4.44444E-6 L 1.66667E-6 -0.73635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8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4.44444E-6 L 1.66667E-6 -0.73635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82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3.33333E-6 L 5E-6 -0.73634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8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4.44444E-6 L 1.66667E-6 -0.73635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829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4.44444E-6 L 1.66667E-6 -0.73635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8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33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  <p:bldLst>
      <p:bldP spid="8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28987-BC3F-4267-2223-F3FC0E69E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61872"/>
          </a:xfrm>
        </p:spPr>
        <p:txBody>
          <a:bodyPr>
            <a:normAutofit/>
          </a:bodyPr>
          <a:lstStyle/>
          <a:p>
            <a:r>
              <a:rPr lang="it-IT" sz="4000" dirty="0"/>
              <a:t>Piston_ Rail Repeatability test (outcome)</a:t>
            </a:r>
            <a:endParaRPr lang="en-IN" sz="4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B0E753-DA8F-8519-73F0-466A9D87D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728" y="1160206"/>
            <a:ext cx="8115896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48672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6DE52FE-6320-0AAD-19E5-3C1456D2D284}"/>
              </a:ext>
            </a:extLst>
          </p:cNvPr>
          <p:cNvSpPr txBox="1">
            <a:spLocks/>
          </p:cNvSpPr>
          <p:nvPr/>
        </p:nvSpPr>
        <p:spPr>
          <a:xfrm>
            <a:off x="913795" y="2076450"/>
            <a:ext cx="4856841" cy="362267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78C39E-F266-2144-6F26-0640EFFF3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35109" cy="1257300"/>
          </a:xfrm>
        </p:spPr>
        <p:txBody>
          <a:bodyPr>
            <a:normAutofit/>
          </a:bodyPr>
          <a:lstStyle/>
          <a:p>
            <a:r>
              <a:rPr lang="it-IT" sz="4000" dirty="0"/>
              <a:t>Piston Repeatability Tests</a:t>
            </a:r>
            <a:endParaRPr lang="en-IN" sz="40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965E1B8-7BCB-BF0F-03B5-2253BC3D8401}"/>
              </a:ext>
            </a:extLst>
          </p:cNvPr>
          <p:cNvSpPr txBox="1">
            <a:spLocks/>
          </p:cNvSpPr>
          <p:nvPr/>
        </p:nvSpPr>
        <p:spPr>
          <a:xfrm>
            <a:off x="924443" y="7067550"/>
            <a:ext cx="7410666" cy="504977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Initial Measurement (TDC):</a:t>
            </a:r>
          </a:p>
          <a:p>
            <a:pPr lvl="1"/>
            <a:r>
              <a:rPr lang="en-IN" dirty="0"/>
              <a:t>With the piston at Top Dead Centre (TDC), record the coordinates of Point 1 Point 2 and Point 3 using the Coordinate Measuring Machine (CMM).</a:t>
            </a:r>
          </a:p>
          <a:p>
            <a:r>
              <a:rPr lang="en-IN" dirty="0"/>
              <a:t>Piston Movement Cycle:</a:t>
            </a:r>
          </a:p>
          <a:p>
            <a:pPr lvl="1"/>
            <a:r>
              <a:rPr lang="en-IN" dirty="0"/>
              <a:t>Move the piston from TDC to Bottom Dead Centre (BDC) and then back to TDC.</a:t>
            </a:r>
          </a:p>
          <a:p>
            <a:r>
              <a:rPr lang="en-IN" dirty="0"/>
              <a:t>Repeat Measurement (TDC):</a:t>
            </a:r>
          </a:p>
          <a:p>
            <a:pPr lvl="1"/>
            <a:r>
              <a:rPr lang="en-IN" dirty="0"/>
              <a:t>With the piston now back at TDC, record the coordinates of Point 1 Point 2 and Point 3 again using the CMM.</a:t>
            </a:r>
          </a:p>
          <a:p>
            <a:r>
              <a:rPr lang="en-IN" dirty="0"/>
              <a:t>Repetitions:</a:t>
            </a:r>
          </a:p>
          <a:p>
            <a:pPr lvl="1"/>
            <a:r>
              <a:rPr lang="en-IN" dirty="0"/>
              <a:t>Repeat steps 2 and 3 ten times for a total of ten measurements at TDC after the piston movement cycle.</a:t>
            </a:r>
          </a:p>
        </p:txBody>
      </p:sp>
      <p:pic>
        <p:nvPicPr>
          <p:cNvPr id="9" name="document_6305305792060855512">
            <a:hlinkClick r:id="" action="ppaction://media"/>
            <a:extLst>
              <a:ext uri="{FF2B5EF4-FFF2-40B4-BE49-F238E27FC236}">
                <a16:creationId xmlns:a16="http://schemas.microsoft.com/office/drawing/2014/main" id="{0FA94BE4-9AB3-4BD9-627D-5F7318536BBD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 rot="5400000">
            <a:off x="6840151" y="1506152"/>
            <a:ext cx="6846806" cy="3856891"/>
          </a:xfrm>
        </p:spPr>
      </p:pic>
    </p:spTree>
    <p:extLst>
      <p:ext uri="{BB962C8B-B14F-4D97-AF65-F5344CB8AC3E}">
        <p14:creationId xmlns:p14="http://schemas.microsoft.com/office/powerpoint/2010/main" val="14076216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9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1.11111E-6 L -0.00013 -0.76805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3840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4.07407E-6 L -0.00013 -0.76805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384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1.11111E-6 L -0.00013 -0.76805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38403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1.11111E-6 L -0.00013 -0.76805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384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1.11111E-6 L -0.00013 -0.76805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38403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1.11111E-6 L -0.00013 -0.76805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384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1.11111E-6 L -0.00013 -0.76805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38403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1.11111E-6 L -0.00013 -0.76805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384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31" repeatCount="indefinite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28987-BC3F-4267-2223-F3FC0E69E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786581"/>
          </a:xfrm>
        </p:spPr>
        <p:txBody>
          <a:bodyPr>
            <a:normAutofit/>
          </a:bodyPr>
          <a:lstStyle/>
          <a:p>
            <a:r>
              <a:rPr lang="it-IT" sz="4000"/>
              <a:t>Piston Repeatability test (outcome)</a:t>
            </a:r>
            <a:endParaRPr lang="en-IN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7AE103-FC37-B547-22B1-AD753AA9D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728" y="985158"/>
            <a:ext cx="8115896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423333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27224-E852-DCBE-6CDC-E1A056218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2E4E904-3A78-B260-9165-29F41E3F0811}"/>
              </a:ext>
            </a:extLst>
          </p:cNvPr>
          <p:cNvSpPr txBox="1">
            <a:spLocks/>
          </p:cNvSpPr>
          <p:nvPr/>
        </p:nvSpPr>
        <p:spPr>
          <a:xfrm>
            <a:off x="913795" y="2076450"/>
            <a:ext cx="4856841" cy="362267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F1E97B4-52A5-5BCB-F4FB-77382C1B624E}"/>
              </a:ext>
            </a:extLst>
          </p:cNvPr>
          <p:cNvSpPr txBox="1">
            <a:spLocks/>
          </p:cNvSpPr>
          <p:nvPr/>
        </p:nvSpPr>
        <p:spPr>
          <a:xfrm>
            <a:off x="913796" y="6858000"/>
            <a:ext cx="7410666" cy="504977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Initial Measurement (End 1):</a:t>
            </a:r>
          </a:p>
          <a:p>
            <a:pPr lvl="1"/>
            <a:r>
              <a:rPr lang="en-IN" dirty="0"/>
              <a:t>With the rail at End 1 record the coordinates of Point 1 Point 2 and Point 3 using the Coordinate Measuring Machine (CMM).</a:t>
            </a:r>
          </a:p>
          <a:p>
            <a:r>
              <a:rPr lang="en-IN" dirty="0"/>
              <a:t>Rail Movement Cycle:</a:t>
            </a:r>
          </a:p>
          <a:p>
            <a:pPr lvl="1"/>
            <a:r>
              <a:rPr lang="en-IN" dirty="0"/>
              <a:t>Move the rail from End 1 to End 2 and then back to End 1. </a:t>
            </a:r>
          </a:p>
          <a:p>
            <a:r>
              <a:rPr lang="en-IN" dirty="0"/>
              <a:t>Repeat Measurement (End 1):</a:t>
            </a:r>
          </a:p>
          <a:p>
            <a:pPr lvl="1"/>
            <a:r>
              <a:rPr lang="en-IN" dirty="0"/>
              <a:t>With the rail now back at End 1, record the coordinates of Point 1 Point 2 and Point 3 again using the CMM.</a:t>
            </a:r>
          </a:p>
          <a:p>
            <a:r>
              <a:rPr lang="en-IN" dirty="0"/>
              <a:t>Repetitions:</a:t>
            </a:r>
          </a:p>
          <a:p>
            <a:pPr lvl="1"/>
            <a:r>
              <a:rPr lang="en-IN" dirty="0"/>
              <a:t>Repeat steps 2 and 3 ten times for a total of ten measurements at End 1 after the rail movement cycle.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EF5D4B-04A9-A79B-4D9B-5CF37DF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525"/>
            <a:ext cx="8324462" cy="1257300"/>
          </a:xfrm>
        </p:spPr>
        <p:txBody>
          <a:bodyPr>
            <a:normAutofit/>
          </a:bodyPr>
          <a:lstStyle/>
          <a:p>
            <a:r>
              <a:rPr lang="it-IT" sz="4000" dirty="0"/>
              <a:t>Rail Repeatability Tests (</a:t>
            </a:r>
            <a:r>
              <a:rPr lang="it-IT" sz="4000" dirty="0">
                <a:solidFill>
                  <a:srgbClr val="FF0000"/>
                </a:solidFill>
              </a:rPr>
              <a:t>Piston upside</a:t>
            </a:r>
            <a:r>
              <a:rPr lang="it-IT" sz="4000" dirty="0"/>
              <a:t>)</a:t>
            </a:r>
            <a:endParaRPr lang="en-IN" sz="4000" dirty="0"/>
          </a:p>
        </p:txBody>
      </p:sp>
      <p:pic>
        <p:nvPicPr>
          <p:cNvPr id="8" name="document_6305305792060855513">
            <a:hlinkClick r:id="" action="ppaction://media"/>
            <a:extLst>
              <a:ext uri="{FF2B5EF4-FFF2-40B4-BE49-F238E27FC236}">
                <a16:creationId xmlns:a16="http://schemas.microsoft.com/office/drawing/2014/main" id="{B0459786-CD64-EC7B-B85A-18D26850DF48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24462" y="19050"/>
            <a:ext cx="3852024" cy="6838950"/>
          </a:xfrm>
        </p:spPr>
      </p:pic>
    </p:spTree>
    <p:extLst>
      <p:ext uri="{BB962C8B-B14F-4D97-AF65-F5344CB8AC3E}">
        <p14:creationId xmlns:p14="http://schemas.microsoft.com/office/powerpoint/2010/main" val="32659134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3.7037E-6 L 0.00091 -0.7393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-36829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3.7037E-7 L 0.00091 -0.73935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-369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2.59259E-6 L 0.00091 -0.73935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-36968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4.07407E-6 L 0.00091 -0.73935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-369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2.22222E-6 L 0.00091 -0.73935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-36968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4.81481E-6 L 0.00091 -0.73936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-369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1.85185E-6 L 0.00091 -0.73935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-36968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4.07407E-6 L 0.00091 -0.73935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-369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31" repeatCount="indefinite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  <p:bldLst>
      <p:bldP spid="6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4874C-51C9-D29B-5656-F7F356C35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0C2A3-7169-1ED6-3977-A12AFD4B3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61872"/>
          </a:xfrm>
        </p:spPr>
        <p:txBody>
          <a:bodyPr>
            <a:normAutofit/>
          </a:bodyPr>
          <a:lstStyle/>
          <a:p>
            <a:r>
              <a:rPr lang="it-IT" sz="4000" dirty="0"/>
              <a:t>Rail Repeatability test (outcome – Upside Piston)</a:t>
            </a:r>
            <a:endParaRPr lang="en-IN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462C5C-DCD0-16F4-EA63-458C1B539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728" y="1088136"/>
            <a:ext cx="8115896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528291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6DE52FE-6320-0AAD-19E5-3C1456D2D284}"/>
              </a:ext>
            </a:extLst>
          </p:cNvPr>
          <p:cNvSpPr txBox="1">
            <a:spLocks/>
          </p:cNvSpPr>
          <p:nvPr/>
        </p:nvSpPr>
        <p:spPr>
          <a:xfrm>
            <a:off x="913795" y="2076450"/>
            <a:ext cx="4856841" cy="362267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965E1B8-7BCB-BF0F-03B5-2253BC3D8401}"/>
              </a:ext>
            </a:extLst>
          </p:cNvPr>
          <p:cNvSpPr txBox="1">
            <a:spLocks/>
          </p:cNvSpPr>
          <p:nvPr/>
        </p:nvSpPr>
        <p:spPr>
          <a:xfrm>
            <a:off x="913796" y="6858000"/>
            <a:ext cx="7410666" cy="504977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Initial Measurement (End 1):</a:t>
            </a:r>
          </a:p>
          <a:p>
            <a:pPr lvl="1"/>
            <a:r>
              <a:rPr lang="en-IN" dirty="0"/>
              <a:t>With the rail at End 1 record the coordinates of Point 1 Point 2 and Point 3 using the Coordinate Measuring Machine (CMM).</a:t>
            </a:r>
          </a:p>
          <a:p>
            <a:r>
              <a:rPr lang="en-IN" dirty="0"/>
              <a:t>Rail Movement Cycle:</a:t>
            </a:r>
          </a:p>
          <a:p>
            <a:pPr lvl="1"/>
            <a:r>
              <a:rPr lang="en-IN" dirty="0"/>
              <a:t>Move the rail from End 1 to End 2 and then back to End 1. </a:t>
            </a:r>
          </a:p>
          <a:p>
            <a:r>
              <a:rPr lang="en-IN" dirty="0"/>
              <a:t>Repeat Measurement (End 1):</a:t>
            </a:r>
          </a:p>
          <a:p>
            <a:pPr lvl="1"/>
            <a:r>
              <a:rPr lang="en-IN" dirty="0"/>
              <a:t>With the rail now back at End 1, record the coordinates of Point 1 Point 2 and Point 3 again using the CMM.</a:t>
            </a:r>
          </a:p>
          <a:p>
            <a:r>
              <a:rPr lang="en-IN" dirty="0"/>
              <a:t>Repetitions:</a:t>
            </a:r>
          </a:p>
          <a:p>
            <a:pPr lvl="1"/>
            <a:r>
              <a:rPr lang="en-IN" dirty="0"/>
              <a:t>Repeat steps 2 and 3 ten times for a total of ten measurements at End 1 after the rail movement cycle.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78C39E-F266-2144-6F26-0640EFFF3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525"/>
            <a:ext cx="8324462" cy="1257300"/>
          </a:xfrm>
        </p:spPr>
        <p:txBody>
          <a:bodyPr>
            <a:normAutofit/>
          </a:bodyPr>
          <a:lstStyle/>
          <a:p>
            <a:r>
              <a:rPr lang="it-IT" sz="4000" dirty="0"/>
              <a:t>Rail Repeatability Tests (</a:t>
            </a:r>
            <a:r>
              <a:rPr lang="it-IT" sz="4000" dirty="0">
                <a:solidFill>
                  <a:srgbClr val="FF0000"/>
                </a:solidFill>
              </a:rPr>
              <a:t>Piston Downside</a:t>
            </a:r>
            <a:r>
              <a:rPr lang="it-IT" sz="4000" dirty="0"/>
              <a:t>)</a:t>
            </a:r>
            <a:endParaRPr lang="en-IN" sz="4000" dirty="0"/>
          </a:p>
        </p:txBody>
      </p:sp>
      <p:pic>
        <p:nvPicPr>
          <p:cNvPr id="7" name="document_6305305792060855515">
            <a:hlinkClick r:id="" action="ppaction://media"/>
            <a:extLst>
              <a:ext uri="{FF2B5EF4-FFF2-40B4-BE49-F238E27FC236}">
                <a16:creationId xmlns:a16="http://schemas.microsoft.com/office/drawing/2014/main" id="{5211D6B0-31DD-EE2A-DBEA-CF6150B11880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24462" y="0"/>
            <a:ext cx="3852024" cy="6838950"/>
          </a:xfrm>
        </p:spPr>
      </p:pic>
    </p:spTree>
    <p:extLst>
      <p:ext uri="{BB962C8B-B14F-4D97-AF65-F5344CB8AC3E}">
        <p14:creationId xmlns:p14="http://schemas.microsoft.com/office/powerpoint/2010/main" val="12346265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3.7037E-6 L 0.00091 -0.7393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-36829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3.7037E-7 L 0.00091 -0.73935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-369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2.59259E-6 L 0.00091 -0.73935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-36968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4.07407E-6 L 0.00091 -0.73935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-369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2.22222E-6 L 0.00091 -0.73935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-36968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4.81481E-6 L 0.00091 -0.73936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-369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1.85185E-6 L 0.00091 -0.73935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-36968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4.07407E-6 L 0.00091 -0.73935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-369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31" repeatCount="indefinite" fill="remove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  <p:bldLst>
      <p:bldP spid="6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28987-BC3F-4267-2223-F3FC0E69E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61872"/>
          </a:xfrm>
        </p:spPr>
        <p:txBody>
          <a:bodyPr>
            <a:normAutofit/>
          </a:bodyPr>
          <a:lstStyle/>
          <a:p>
            <a:r>
              <a:rPr lang="it-IT" sz="4000" dirty="0"/>
              <a:t>Rail Repeatability test (outcome-Downside Piston)</a:t>
            </a:r>
            <a:endParaRPr lang="en-IN" sz="4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026FD3-0091-5A44-75FB-633FCAE8D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728" y="1124862"/>
            <a:ext cx="8115895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197995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E75CC-D1B5-FFC2-ED8E-C639EE40A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061655" cy="1023538"/>
          </a:xfrm>
        </p:spPr>
        <p:txBody>
          <a:bodyPr>
            <a:normAutofit/>
          </a:bodyPr>
          <a:lstStyle/>
          <a:p>
            <a:r>
              <a:rPr lang="it-IT" sz="4000" dirty="0"/>
              <a:t>Conclusion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42B38-D13E-DB32-949E-4814530C1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2622" y="1340883"/>
            <a:ext cx="6899426" cy="3622671"/>
          </a:xfrm>
        </p:spPr>
        <p:txBody>
          <a:bodyPr/>
          <a:lstStyle/>
          <a:p>
            <a:pPr marL="36900" indent="0">
              <a:buNone/>
            </a:pPr>
            <a:r>
              <a:rPr lang="it-IT" dirty="0">
                <a:solidFill>
                  <a:schemeClr val="tx1"/>
                </a:solidFill>
                <a:latin typeface="Arial Black" panose="020B0A04020102020204" pitchFamily="34" charset="0"/>
              </a:rPr>
              <a:t>Maximum Error is </a:t>
            </a:r>
            <a:r>
              <a:rPr lang="it-IT" b="1" dirty="0">
                <a:solidFill>
                  <a:srgbClr val="C00000"/>
                </a:solidFill>
                <a:latin typeface="Arial Black" panose="020B0A04020102020204" pitchFamily="34" charset="0"/>
              </a:rPr>
              <a:t>0.121 mm</a:t>
            </a:r>
            <a:endParaRPr lang="en-IN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9036F2-BCE0-253F-9E5F-9013D4AD4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0347" y="0"/>
            <a:ext cx="32152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5292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E75CC-D1B5-FFC2-ED8E-C639EE40A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61872"/>
          </a:xfrm>
        </p:spPr>
        <p:txBody>
          <a:bodyPr/>
          <a:lstStyle/>
          <a:p>
            <a:r>
              <a:rPr lang="it-IT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42B38-D13E-DB32-949E-4814530C1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9832" y="1261872"/>
            <a:ext cx="3600000" cy="3622671"/>
          </a:xfrm>
        </p:spPr>
        <p:txBody>
          <a:bodyPr/>
          <a:lstStyle/>
          <a:p>
            <a:pPr marL="36900" indent="0">
              <a:buNone/>
            </a:pPr>
            <a:r>
              <a:rPr lang="it-IT" dirty="0">
                <a:solidFill>
                  <a:schemeClr val="tx1"/>
                </a:solidFill>
                <a:latin typeface="Arial Black" panose="020B0A04020102020204" pitchFamily="34" charset="0"/>
              </a:rPr>
              <a:t>Maximum deviation range is </a:t>
            </a:r>
            <a:r>
              <a:rPr lang="it-IT" b="1" dirty="0">
                <a:solidFill>
                  <a:srgbClr val="C00000"/>
                </a:solidFill>
                <a:latin typeface="Arial Black" panose="020B0A04020102020204" pitchFamily="34" charset="0"/>
              </a:rPr>
              <a:t>&lt; ±0.06 mm </a:t>
            </a:r>
            <a:r>
              <a:rPr lang="it-IT" b="1" dirty="0">
                <a:solidFill>
                  <a:schemeClr val="tx1"/>
                </a:solidFill>
                <a:latin typeface="Arial Black" panose="020B0A04020102020204" pitchFamily="34" charset="0"/>
              </a:rPr>
              <a:t>from the Mean Value</a:t>
            </a:r>
            <a:endParaRPr lang="en-IN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32E187-85EA-B23D-9111-5F772DB66004}"/>
              </a:ext>
            </a:extLst>
          </p:cNvPr>
          <p:cNvSpPr txBox="1"/>
          <p:nvPr/>
        </p:nvSpPr>
        <p:spPr>
          <a:xfrm>
            <a:off x="70482" y="6381350"/>
            <a:ext cx="338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=Test Value – Mean Value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BE1F8B-8E0E-6A83-D0A8-E4EDC63AD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2000" y="2163070"/>
            <a:ext cx="3600000" cy="23474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B14F8A-E5E9-2977-4348-D048BE44E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2000" y="4510535"/>
            <a:ext cx="3600000" cy="23474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8CBF521-FF47-083A-D433-737CAF621E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000" y="2163068"/>
            <a:ext cx="3600000" cy="23474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5830BE0-6E2F-FE71-27E6-AE3A63DA22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2000" y="4510534"/>
            <a:ext cx="3600000" cy="234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3715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E75CC-D1B5-FFC2-ED8E-C639EE40A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61872"/>
          </a:xfrm>
        </p:spPr>
        <p:txBody>
          <a:bodyPr/>
          <a:lstStyle/>
          <a:p>
            <a:r>
              <a:rPr lang="it-IT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42B38-D13E-DB32-949E-4814530C1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5622" y="1261872"/>
            <a:ext cx="4065539" cy="3622671"/>
          </a:xfrm>
        </p:spPr>
        <p:txBody>
          <a:bodyPr/>
          <a:lstStyle/>
          <a:p>
            <a:pPr marL="36900" indent="0">
              <a:buNone/>
            </a:pPr>
            <a:r>
              <a:rPr lang="it-IT" dirty="0">
                <a:solidFill>
                  <a:schemeClr val="tx1"/>
                </a:solidFill>
                <a:latin typeface="Arial Black" panose="020B0A04020102020204" pitchFamily="34" charset="0"/>
              </a:rPr>
              <a:t>Maximum deviation range is </a:t>
            </a:r>
            <a:r>
              <a:rPr lang="it-IT" b="1" dirty="0">
                <a:solidFill>
                  <a:srgbClr val="C00000"/>
                </a:solidFill>
                <a:latin typeface="Arial Black" panose="020B0A04020102020204" pitchFamily="34" charset="0"/>
              </a:rPr>
              <a:t>&lt; ±0.06 mm </a:t>
            </a:r>
            <a:r>
              <a:rPr lang="it-IT" b="1" dirty="0">
                <a:solidFill>
                  <a:schemeClr val="tx1"/>
                </a:solidFill>
                <a:latin typeface="Arial Black" panose="020B0A04020102020204" pitchFamily="34" charset="0"/>
              </a:rPr>
              <a:t>from the Median Value</a:t>
            </a:r>
            <a:endParaRPr lang="en-IN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30002A-94F4-B552-B730-B65165694B37}"/>
              </a:ext>
            </a:extLst>
          </p:cNvPr>
          <p:cNvSpPr txBox="1"/>
          <p:nvPr/>
        </p:nvSpPr>
        <p:spPr>
          <a:xfrm>
            <a:off x="268060" y="6428651"/>
            <a:ext cx="338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=Test Value – Median Value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417D37-2492-73C5-AF93-1A021A8C7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2000" y="2163070"/>
            <a:ext cx="3600000" cy="23474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4103DF-55C1-B201-CF3A-9FAE2D042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2000" y="4510535"/>
            <a:ext cx="3600000" cy="23474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B1A8A9A-DB21-40E7-F139-8C313D40EE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000" y="2163070"/>
            <a:ext cx="3600000" cy="23474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142FEF9-C459-51A6-FB1D-9C8531FACE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2000" y="4510535"/>
            <a:ext cx="3600000" cy="234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5123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6C0E3-3EEA-4AC4-9F8C-5AD9BB011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800350"/>
            <a:ext cx="10353762" cy="1257300"/>
          </a:xfrm>
        </p:spPr>
        <p:txBody>
          <a:bodyPr/>
          <a:lstStyle/>
          <a:p>
            <a:r>
              <a:rPr lang="it-IT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25018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Arial Nova">
      <a:majorFont>
        <a:latin typeface="Arial Nova Light"/>
        <a:ea typeface=""/>
        <a:cs typeface=""/>
      </a:majorFont>
      <a:minorFont>
        <a:latin typeface="Arial Nova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CB38EC-895A-4F8F-8F75-E263501ABB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7E70FC5-1855-47AB-8CE1-CB3C873A898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5560E646-30AD-4BA0-97EA-A7A07DF54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1115</TotalTime>
  <Words>572</Words>
  <Application>Microsoft Office PowerPoint</Application>
  <PresentationFormat>Widescreen</PresentationFormat>
  <Paragraphs>62</Paragraphs>
  <Slides>15</Slides>
  <Notes>0</Notes>
  <HiddenSlides>0</HiddenSlides>
  <MMClips>4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 Black</vt:lpstr>
      <vt:lpstr>Arial Nova</vt:lpstr>
      <vt:lpstr>Arial Nova Light</vt:lpstr>
      <vt:lpstr>Wingdings 2</vt:lpstr>
      <vt:lpstr>SlateVTI</vt:lpstr>
      <vt:lpstr>Repeatability Tests</vt:lpstr>
      <vt:lpstr>Calibration of Three points</vt:lpstr>
      <vt:lpstr>PowerPoint Presentation</vt:lpstr>
      <vt:lpstr>Piston_Rail Repeatability Tests</vt:lpstr>
      <vt:lpstr>Piston_ Rail Repeatability test (outcome)</vt:lpstr>
      <vt:lpstr>Piston Repeatability Tests</vt:lpstr>
      <vt:lpstr>Piston Repeatability test (outcome)</vt:lpstr>
      <vt:lpstr>Rail Repeatability Tests (Piston upside)</vt:lpstr>
      <vt:lpstr>Rail Repeatability test (outcome – Upside Piston)</vt:lpstr>
      <vt:lpstr>Rail Repeatability Tests (Piston Downside)</vt:lpstr>
      <vt:lpstr>Rail Repeatability test (outcome-Downside Piston)</vt:lpstr>
      <vt:lpstr>Conclusion</vt:lpstr>
      <vt:lpstr>Conclusion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Kodanda Challa</dc:creator>
  <cp:lastModifiedBy>Challa Kodanda (Student ENG 25)</cp:lastModifiedBy>
  <cp:revision>34</cp:revision>
  <dcterms:created xsi:type="dcterms:W3CDTF">2025-01-29T12:47:36Z</dcterms:created>
  <dcterms:modified xsi:type="dcterms:W3CDTF">2025-10-16T08:09:39Z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